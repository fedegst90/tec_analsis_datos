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57" r:id="rId3"/>
    <p:sldId id="258" r:id="rId4"/>
    <p:sldId id="259" r:id="rId5"/>
    <p:sldId id="261" r:id="rId6"/>
    <p:sldId id="262" r:id="rId7"/>
    <p:sldId id="263" r:id="rId8"/>
    <p:sldId id="260" r:id="rId9"/>
    <p:sldId id="265" r:id="rId10"/>
    <p:sldId id="266" r:id="rId11"/>
    <p:sldId id="267" r:id="rId12"/>
    <p:sldId id="268" r:id="rId13"/>
    <p:sldId id="269" r:id="rId14"/>
    <p:sldId id="271" r:id="rId15"/>
    <p:sldId id="272" r:id="rId16"/>
    <p:sldId id="273" r:id="rId17"/>
    <p:sldId id="274" r:id="rId18"/>
    <p:sldId id="275" r:id="rId19"/>
    <p:sldId id="276" r:id="rId20"/>
    <p:sldId id="277" r:id="rId21"/>
    <p:sldId id="278" r:id="rId22"/>
    <p:sldId id="279" r:id="rId23"/>
    <p:sldId id="264" r:id="rId24"/>
    <p:sldId id="280" r:id="rId25"/>
    <p:sldId id="281" r:id="rId26"/>
    <p:sldId id="283" r:id="rId27"/>
    <p:sldId id="285" r:id="rId28"/>
    <p:sldId id="284" r:id="rId29"/>
    <p:sldId id="287" r:id="rId30"/>
    <p:sldId id="286" r:id="rId31"/>
    <p:sldId id="288" r:id="rId32"/>
    <p:sldId id="289" r:id="rId33"/>
  </p:sldIdLst>
  <p:sldSz cx="9144000" cy="5143500" type="screen16x9"/>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FF00"/>
    <a:srgbClr val="3366CC"/>
    <a:srgbClr val="008080"/>
    <a:srgbClr val="339966"/>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4660"/>
  </p:normalViewPr>
  <p:slideViewPr>
    <p:cSldViewPr>
      <p:cViewPr>
        <p:scale>
          <a:sx n="115" d="100"/>
          <a:sy n="115" d="100"/>
        </p:scale>
        <p:origin x="-53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5-06-09T20:23:28.265"/>
    </inkml:context>
    <inkml:brush xml:id="br0">
      <inkml:brushProperty name="width" value="0.05292" units="cm"/>
      <inkml:brushProperty name="height" value="0.05292" units="cm"/>
      <inkml:brushProperty name="color" value="#FF0000"/>
    </inkml:brush>
  </inkml:definitions>
  <inkml:trace contextRef="#ctx0" brushRef="#br0">17558 3199 144,'0'0'205,"0"0"-14,-7 0-3,7 0-7,0 0-9,0 0-10,0 0-8,0 0-8,0 0-10,0 0-12,0 0-11,0 0-3,0 0 1,10 5-7,-3-4-3,0-1-2,0 0-4,3 1-7,0-1-10,4 0-5,-4-1-4,0 2-9,5-1-1,-1 0-4,0 0-6,-1-1-2,1 0-8,0 0-3,0 1-4,-1-2-4,0 0 1,-4 2-5,3-2-1,-2 2-3,-2 0-4,-1-1 9,0 1-10,-3 0-2,1 0-3,0 0-4,-5 0 8,9 0-14,-9 0-7,0 0-5,5 0-11,-5 0-9,5-1-10,-5 1-20,0 0-11,0 0-13,0 0-26,0 0-13,0 0-13,0 0-4,0 0-19,0 0-12,2 2-8,-2-2-9,0 0-125,0 0-340,-11 4 151</inkml:trace>
  <inkml:trace contextRef="#ctx0" brushRef="#br0" timeOffset="403.6603">17608 3302 129,'-3'1'186,"3"-1"-10,0 0-6,0 0-17,-2 3-13,2-3 0,0 0-8,0 0 4,0 0 2,6 2-10,-2-1-10,0 0-5,5 0-8,-2 0 0,1-1-11,2 2-3,-3-1-3,3-1-8,1 1-6,-1-1-2,4 0-10,-4 0-7,0 0-5,0 0-4,0 0-3,-2 1-6,-1-1-1,2-1-3,-1 2-6,-4-1-5,3 0 3,-1 1-5,1-2-3,-7 1-1,9-1 2,-5 1-5,-4 0 1,5 0-5,-5 0 0,0 0-1,9 1 0,-9-1-2,0 0-1,4-1-7,-4 1-3,0 0-9,0 0-15,4-1-8,-4 1-18,0 0-18,3-1-20,-3 1-27,0 0-2,0 0-37,0 0-12,0 0-18,4-3-158,-4 3-375,0 0 166</inkml:trace>
  <inkml:trace contextRef="#ctx0" brushRef="#br0" timeOffset="1166.2054">16951 3107 21,'2'-4'136,"-4"0"2,2 0-1,0 0 2,0 1 1,-1-1-6,-1 1 0,2 0-10,-2-1 8,-1 1-5,0 0-5,-1 1 8,-2-1-10,2 1-3,-2 0-4,-4 0-2,3 3-8,-3 0-4,-1-1-12,-2 5-1,-1 0-7,0-1-7,0 4-8,-6 1-4,4 1-2,4-1 0,1 1-2,1 0-6,0 1-7,3 1-4,0 0-2,3 0 2,1 0-8,3-3-5,0 2-4,3 1 4,1 0-6,2 0 1,-2-3-1,6 1-2,0 0-1,-2 0-1,5-1 1,-2 0-3,3-3 10,-1 2-7,1-2-4,0-1-1,0-1 1,0 0 0,0-3-4,-1 1 1,-2 1-1,-1-3-1,0 0 2,0 2-3,-2-1-3,1-1-3,-1 1-13,-2-1-15,0 0-24,-2-1-25,1 1-37,-5 0-30,6 0-41,-6 0-7,7 1-24,-3-1-27,-1 3-134,0-1-405,1-2 180</inkml:trace>
  <inkml:trace contextRef="#ctx0" brushRef="#br0" timeOffset="2787.4689">18465 3088 5,'0'-2'169,"0"2"-3,3-2 5,-3 2-8,0 0-9,0 0 0,0 0-3,0 0-7,0 0 1,0 0-2,-4 11-3,1-5-6,-1 3-8,-2 2-4,-1-1-13,0 1 0,0 2-13,-7 2-4,7-3-3,-3 1-13,0-1-1,2-1-8,-2 1-4,0-2-5,0 1-8,0 1-2,3-3-5,0-1-5,0 2-5,0-3-4,3 0 3,-2 0-8,1-2 1,0 2-5,1-3-1,1 1-7,1-1-11,-3 0-11,3 0-12,-1 0-20,0-3-14,0 4-26,2-3-22,1-2-26,-5 5-25,5-3-20,0-2-17,0 0-24,0 0-137,0 0-380,0 0 169</inkml:trace>
  <inkml:trace contextRef="#ctx0" brushRef="#br0" timeOffset="3100.0002">18270 3107 108,'-2'-4'187,"2"4"-4,0 0-16,0 0-10,0 0-14,0 0-11,0 0 0,0 0 9,0 0-2,0 0-7,11 10 3,-6-5 3,0 1-9,2 1-9,2 2 6,-1 2-3,-1-1-10,3 0-7,-1 0-5,0 2 1,-2-2-5,2 0-11,-1-1-7,-1 5-6,2-8-10,-2 2-4,0 0 2,0-1-13,0 2-2,-1-2-1,-1 0-12,1-2 9,-2 1-13,0-2-3,2 1-6,-2 0 5,-1-2-9,0 1-1,0-1-17,1 0-16,-3 1-20,4-2-21,-3 0-30,0 1-28,-1 0-29,-1-3-27,7 0-15,-3 0-35,-4 0-19,10-3-155,-10 1-431,5 0 191</inkml:trace>
  <inkml:trace contextRef="#ctx0" brushRef="#br0" timeOffset="3458.1262">18837 3077 136,'0'0'157,"0"0"0,0 0 0,0 0-7,4 10 5,-6-6-7,2 4-3,0 0-8,0 0-4,2 1-3,-4 3-5,0 0-7,2 1-10,0-1 4,0-1-3,0 2-8,0 0-5,-3 1-9,3-2-6,0 1-11,0-4-5,0-2-5,-2 3-4,2 0-8,0-2-3,2 0-4,-2-3-4,0 4-4,0-4-4,0-1-1,0 2-5,0-2 0,0 0-3,0-2-1,0 2-6,0-1-9,0-3-15,0 0-12,0 2-23,0 2-16,0-4-27,0 0-32,0 0-30,0 0-21,0 0-15,-7-7-21,7 5-140,-4-2-377,1-1 167</inkml:trace>
  <inkml:trace contextRef="#ctx0" brushRef="#br0" timeOffset="3735.4632">18720 3250 77,'0'0'190,"0"0"-4,0 0-3,0 0 2,0 0-3,0 0-2,0 0-11,0 0-14,13 3-4,-5-3-3,-1 0-14,2 2-2,4-2-12,1 0-9,-2 0-13,2 0-5,-1-3-12,-2 4-6,-1-2-7,0 1-7,4-1-7,-4 1-4,-3 0-5,3 0-6,-2-1-1,-3 0-9,0 0 0,-1 0-7,1 0-16,0 1-13,-2-1-9,-3 1-14,6-3-19,-6 3-16,4 0-13,-4 0-23,0 0-20,0 0-13,7-1-16,-7 1-10,3-1-13,-3 1-16,3-2-114,-3 2-329,0 0 145</inkml:trace>
  <inkml:trace contextRef="#ctx0" brushRef="#br0" timeOffset="4494.8889">18750 3036 132,'-9'1'147,"5"0"-3,1 1-7,-2 0-10,-1 1 0,-1 2 1,3 0-10,-2 1-7,-1 1-8,0 1-3,0 0 1,1-1-8,-1 3-4,0 1-6,0 0-6,2 0-4,0 1-7,0-1 0,1 1-2,1-4-4,0 5-2,2 0 4,-1-2-9,2 1-3,0-1-8,0-1-1,3 2 6,-2 0-7,2-1-2,1-2-3,-1 1 1,4-1-1,0 1-4,3 0 1,-3 0 2,0-2-2,0-1-1,3 1 0,-3-2 4,2 1-3,-1-2-7,3 2 4,-1-4-5,0 2-3,0-2 5,1 0-4,-1-1-2,1-1-1,-1-1-1,4-1 7,-5 1-12,-1 0 1,2 0-3,1-4 0,-1 3-1,-3-3-2,3-1 1,1 1 2,-4-2-5,2 1 2,-1-2-3,-1 2-3,0-2 3,0 0 8,-1 0-11,1 0 0,0 0 0,-3 0 0,6-2 1,-6 1-1,1 0 0,0 1 2,-2 0-5,1-2 4,-1-1-1,1 2 1,-1 2-5,-3-4 4,3 2 0,-3-1 1,0 1-5,0-1 4,0 1-2,-3 0 1,3-1-4,-3 2 6,-1-2 0,1 0-5,-1 0 1,1 1 2,-2-6-2,-2 3 3,-2 0 1,2 0-3,-3 1 2,0 0-2,1 2 1,0 0 2,-1 3-2,2-1 3,-1 0-4,-2 3-1,1-2 2,0 1-3,2 3 2,-2 1-6,0-1 4,3 1-2,-1 0-4,-1 1-9,-1 2-8,3 2-11,0-1-6,2 2-7,-2 0-18,0 1-18,0 3-15,-2 1 1,5 0-24,-2 0-25,3 2-7,1-2-15,0 0-8,-1 2-12,3 0-117,-1-2-332,2-1 148</inkml:trace>
  <inkml:trace contextRef="#ctx0" brushRef="#br0" timeOffset="5092.9901">19399 3014 172,'0'0'208,"0"0"-17,-3-3-12,3 3-13,0 0-14,0 0-12,0 0-11,-2 10-1,0-5-2,2 4-1,0 0-14,-1 2-8,1 2-6,-2 1-7,2-1-3,0 6-4,-1-4-3,-1 5 3,4-2-7,-2-4-6,-3 0-2,3 1 5,-3 3-6,-1 2 2,3-6-1,-2 1 1,-3 2 5,-1-5-7,4 2 8,-4-1-22,0-1 5,0 1-1,0-2 2,0 1-1,-1-1-9,1-1 0,0-2-1,1 0-4,-1-2-1,0 1-4,1 0 1,-1-3 0,3 0 1,0-1 0,-1 1-14,3-1 2,-3 0-4,1-3 3,4 0-6,-8 2 1,2-1-2,6-1-6,-10 2 2,5-1-2,5-1-4,-9-1 0,9 1-6,0 0-15,-10-2-14,6 1-9,4 1-21,0 0-18,-7-2-21,7 2-26,-3 0-27,3 0-27,0 0-17,0-6-31,0 6-7,0 0-18,7-6-12,-4 3-131,-3 0-419,6 0 186</inkml:trace>
  <inkml:trace contextRef="#ctx0" brushRef="#br0" timeOffset="5496.3167">19250 3036 165,'0'0'215,"0"0"-4,-3-3-9,3 3-10,0 0-5,0 0-19,0 0-14,0 0-13,0 0-16,0 0-8,0 0-6,0 0-2,0 0 1,4 10-3,-2-5-6,0 1 7,3 1-8,-1 1-6,0 0-4,0 1-6,1 0-14,-1 1 0,0 2 2,0-4-8,2 5-5,0-1-1,1-2-10,-2 1-4,-2-5-4,4 3-2,-3-1-1,1-1-4,0-1 2,-1 1-7,2 0 0,-3-2-14,-2-1 7,2 2 0,3-5-6,-5 2-2,2 2-2,-2-2-9,2-1-10,-1-1-24,-2-1-16,2 2-22,-2-2-20,0 3-26,0-3-17,3 3-25,-3-3-22,3 2-18,-3-2-17,4 0-18,-4 0-140,3 1-402,-3-1 178</inkml:trace>
  <inkml:trace contextRef="#ctx0" brushRef="#br0" timeOffset="6215.5685">19561 2922 125,'0'0'156,"0"0"-12,0 0 4,0 0-10,0 0-10,4 10 1,-1-6-3,0 0-5,1 2 7,3 2-15,-1-1-9,1 4-7,1 0-9,4 5 3,-4-3-6,3 5-5,-5 1-4,1 1 11,2 0-11,-1 0-3,-1 0-2,-3 1-3,-1-1-2,0 1-1,-2 3 3,2-3-7,-3 1-3,0-2-2,0 1-8,-3-2-1,-1 3-2,1-4-7,-4-3-4,4 2-2,-4 2-1,0-5-2,0-2-6,-1 2 5,-1-2-8,2-1-2,2 1-8,-2-1-13,1-3-17,0 1-17,1-3-21,1 0-17,-2 1-30,0-1-28,1-2-25,0 0-13,1-1-33,1 0-174,-7 1-409,2-4 182</inkml:trace>
  <inkml:trace contextRef="#ctx0" brushRef="#br0" timeOffset="6922.3473">18223 2873 83,'-3'1'171,"-4"5"5,0 0-9,-3 4-1,3 0-7,-5 4-3,0 2-6,1 1-8,0 2-5,1 2-8,0 1-3,0 1-11,0 2-8,2-1-8,1 1 2,0 1-5,1-1-6,3 0-1,-2-1-6,3 0-9,2 1-4,3-2-7,-3-1-5,4 2-5,3-4-5,-1 1-9,0-1-2,2-2-1,-2-4-7,2 3-1,-1-5-3,0-1-1,2 1-15,-2-3-22,0 0-18,0-2-35,0 0-26,1 0-27,-1-3-31,3 2-29,-3-3-41,3 1-158,0-2-409,1-2 182</inkml:trace>
  <inkml:trace contextRef="#ctx0" brushRef="#br0" timeOffset="7607.0662">19763 3363 8,'0'0'149,"2"1"-11,-2-1-4,2 4-13,-1-3-5,-1-1-10,3 4-8,-3-2 0,0-2-2,4 2-9,-4-2-2,3 2-4,0-1-5,-2 2 0,-1-3-1,0 4 0,0-4 3,0 0 3,3 3-3,-3-3 9,0 0-5,0 0 2,0 0-4,0 0 0,0 0-7,0 0-1,0 0-2,0 0 2,0 0-10,0 0-5,0 0-2,0 0-1,-3-11-11,3 11-2,-1-2-6,1 2-5,0 0-4,-3-2-2,3 2-10,0 0-16,0 0-16,0 0-26,0 0-27,0 0-30,0 0-38,0 0-20,0 0-27,0 0-16,0 0-145,0 0-373,7-2 165</inkml:trace>
  <inkml:trace contextRef="#ctx0" brushRef="#br0" timeOffset="8533.0098">19879 3055 193,'0'0'193,"0"0"-6,-2-1-6,2 1-3,0 0-10,0 0-8,0 0-12,0 0-6,0 0-13,0 0-6,0 0-9,0 0-12,0 0-3,0 0 0,0 0-3,0 0-5,11 4-3,-3-3-12,1 1 0,1 0-9,0-1-6,2 1-5,-1-2-9,2 1 4,-3 0-11,4 0 1,0 1-1,0-2-9,0 2-1,-4 1-7,3-3 0,0 3 2,-5-1-5,-1-1-6,2 1-2,-4 0-2,1 0 0,-2 1-4,0-1 1,2 1 3,-3 0-2,0 1-1,-1 0 0,1 0 3,-1 2 2,-2 0 0,-2 0 5,1 3-3,-1-1 5,-2-1-2,-2 5 0,-1-1 8,2 0-7,-4-1 1,2 1-3,-4 1-2,3-1-1,-1 2 1,-1-2-1,2-1 1,1 0-5,-2 1 13,4-3-12,-1-1-2,-1-1 3,4 1-4,-4 1-1,4-3 0,-1 2 11,1-3-17,0-2-1,2 2 3,1-1 0,-3 0-4,3 0 6,-3-1 4,3-2-7,-1 3-1,1-3 4,-1 3-2,1-3 9,0 0-9,0 0-2,5 3 3,-2-1 0,4-2 3,-3 1-3,3 0 2,3 0 6,0-1-7,1 4 6,-1-6-12,1 4 3,-1 0 2,2-2 3,-4-1-2,2 1-1,0 0 0,-2 1 0,1-2 1,-1 0-1,-1 1-2,0 2-2,-3-1 2,2-2 0,-4 2 1,-2-1-3,5 0-3,-1 2-11,-4-2-13,0 0-9,7 0-16,-7 0-20,0 0-12,0 0-24,3 0-18,-3 0-17,0 0-25,0 0-20,6-4-17,-5 3-23,-1 1-153,0 0-413,0 0 182</inkml:trace>
  <inkml:trace contextRef="#ctx0" brushRef="#br0" timeOffset="8857.1029">19940 3175 127,'0'0'238,"0"0"-5,-4-1-7,4 1-9,0 0-17,-6 0-14,6 0-14,0 0-16,0 0-17,0 0-5,0 0 4,0 0-19,0 0-3,14 3-8,-8-1-7,2 0-9,2-1-7,0 1-6,4 0-12,-1 0-3,1-1-6,-1 0-3,-1-1-9,2 3-1,0-3-6,-1 1-5,-3-1-16,1 2-22,3-2-19,-7 0-18,3 0-30,0 0-25,-3 0-25,3 1-22,-3 0-43,4-2 1,-2 1-19,-1 1-10,-1 0-120,0-1-363,0 0 161</inkml:trace>
  <inkml:trace contextRef="#ctx0" brushRef="#br0" timeOffset="9271.2058">20568 3073 135,'0'0'152,"0"0"-21,0 0-9,0 0-9,0 0 8,-4 8-9,4-4 8,0 4 11,0 1-1,0-1-15,0 5-9,-1-2 3,-1 2-8,2 1-1,0 0-9,0 1-7,-1-1-6,1 0-6,1 0-8,1 0-5,-1-1-3,-1-1-9,1-4 0,2 5-3,-1-4-6,-1 0-5,-1-2 1,3 0-3,-3-1-6,1 0 3,-1-2-9,2 2-11,-2-3-22,0 2-24,1-3-18,-1-2-23,2 5-22,-2-5-18,0 0-22,2 2-24,-2-2-24,0 0-104,0 0-316,0 0 140</inkml:trace>
  <inkml:trace contextRef="#ctx0" brushRef="#br0" timeOffset="9505.4723">20458 3237 15,'-4'-1'220,"4"1"-3,-3-2-8,3 2 3,0 0-10,0 0-11,-5 0-10,5 0-13,0 0-11,0 0-10,0 0-11,0 0-9,0 0-14,15 2-6,-5-2-17,-3 1-8,3-1-7,1 2-9,2-1-7,1-2-25,0 1-18,0 0-23,0 1-26,-1-2-29,-3 0-31,2 0-26,1 1-29,-2-1-19,-1 1-15,0-2-9,1 0-113,-2 0-329,1 1 146</inkml:trace>
  <inkml:trace contextRef="#ctx0" brushRef="#br0" timeOffset="9838.8039">21049 3113 182,'0'0'176,"-5"-3"-13,5 3-11,0 0-17,0 0-9,0 0-2,0 0 3,-2 9-2,-1-5 3,1 2-2,-2 1-7,0 1-6,-2 3 1,1-1-5,0 2-8,-2-1 1,0-1-10,-1 2-10,-1 0 1,2 0-10,0-1-4,0-1-6,0-2-6,0 0-2,0 2-8,0-2-7,3-1 8,-2-1-16,2-2-1,0 2-4,1-2-3,0 0-7,0-1-16,2-2-10,-2 2-20,2 0-23,-1 1-16,2-4-8,-3 1-26,3-1-23,0 0-14,0 0-25,0 0-20,0 0-13,0 0-123,-7-7-347,7 3 154</inkml:trace>
  <inkml:trace contextRef="#ctx0" brushRef="#br0" timeOffset="10125.349">20857 3085 115,'-1'-2'222,"1"2"-1,-2-2-8,2 2-16,0-3-8,0 3-16,0 0-18,0 0-10,0 0-12,0 0-1,0 0 19,0 0-5,4 13-12,1-6-14,0 0-7,2 1-5,0 3-6,0 1-14,3-2-7,-3 2-12,2 0-2,-1-1-5,1 1-8,-1-1-6,3-1-6,-4 0-3,3 0 1,3-2-8,-6 0 0,-1-2-3,1 1-15,-2 1-19,2-2-18,0-2-29,0 1-20,-1 0-27,-2-2-27,-1-1-19,3 3-26,-2-3-19,0 1-14,-1-2-8,3 0-150,-6-1-391,8 1 174</inkml:trace>
  <inkml:trace contextRef="#ctx0" brushRef="#br0" timeOffset="10568.8722">21454 3092 125,'-3'-2'210,"3"0"1,0 2-10,-4-3-13,4 3-14,0-3-19,0 3-14,0 0-14,0 0-14,0 0-6,-5 8-3,5-3-4,0 3-5,0 1 8,-2 3-16,2 2-8,0 0-5,-3 1-4,3 0-11,0 3-3,-3-2-6,3 2 4,-4 0-9,0 4 4,4-7-4,-4 4-2,2-1-3,-3 1 3,-1-1 0,1-4 4,-1-1-4,-1 1-2,0 0-1,-2-1-1,-1-2 3,1 1 0,-1-1-2,-2-1-4,1-1-3,1 0-4,-1-2 2,-2 1-1,6-2-3,-2-3 6,0 2 0,1-1-3,-1-3-1,4 1-2,-4 0-3,2-2 0,1 0-2,2 0-6,4 0 1,-8 1-8,8-1-4,-6-1-10,0-1-15,4 0-19,0 1-19,2 1-26,-4-2-24,4 2-25,-3-6-14,3 6-31,-3-4-29,3 0-21,0 1-13,0 3-148,0-7-422,2 3 188</inkml:trace>
  <inkml:trace contextRef="#ctx0" brushRef="#br0" timeOffset="10889.9734">21246 3117 155,'0'0'180,"0"0"-17,0 0 0,0 0 12,0 0-3,0 0-13,5 8-9,-3-3-5,2 3-6,0-4-5,0 5-6,4 2-4,-3-3-10,2-1-1,0 3-17,0-1-9,0 2-10,-1-3-8,-2-1-2,3 1-7,-4-2-10,4 0 0,0 2-5,-3-3-7,-1 1 0,4-2-8,-4 2-3,-2-2-2,4-1 1,-4 1-11,2-3-15,-2 3-17,1-3-19,-2-1-20,3 2-25,-3-2-21,2 2-26,-2-2-40,3 2-12,-3-2-34,0 0-125,0 0-367,0 0 162</inkml:trace>
  <inkml:trace contextRef="#ctx0" brushRef="#br0" timeOffset="49407.9922">8101 5482 106,'0'0'117,"3"-3"4,-3 3 2,0 0-6,0 0-4,0 0 0,0 0-4,0 0-4,0 0-2,-10 10-1,6-5-6,-3 2-5,0 5-2,-1 0-3,-2 4-5,-2-1 1,3 4-8,-1-3 0,1 3 3,-1-1-4,2 0-5,-1 2 2,1-1-8,2-2-1,1 0-5,-1-4-1,6 1-7,-1 0 0,-1 0-3,5 0 3,-3-2-3,4 2-4,-1-2-4,1 1-2,2-2-4,1-1-3,-1-1 0,-1 1-5,5-3-5,-4 1 2,-1 0-1,1-2-2,1 0-5,-1 0 0,-1-2-2,1 0-4,-2-2 1,-1 2-9,1-2-8,-1 0-10,1 2-11,-2-2-10,1 0-9,-2-1-12,-1-1-16,1 2-15,-1-2-19,3 2-14,-3-2-15,4 2-13,-4-2-21,0 0-144,0 0-343,0 0 152</inkml:trace>
  <inkml:trace contextRef="#ctx0" brushRef="#br0" timeOffset="49920.1728">8369 5612 201,'0'0'201,"-1"-2"-17,1 2-6,0 0-13,0 0-8,-9 6-3,6-2-8,-1 3-4,-2-2-4,1 3-6,-1-1-10,-1 4-7,0 0-8,-1 2-5,-2 4-4,3-5-8,-2-1-6,2 1-8,0-2-8,0 2-6,0 0-5,1-4-4,2-1-7,-3 3-5,4-5-2,-4 2-5,5 0-3,-1-3-5,0 0-2,-1 0-3,2 0-4,-2 0-8,3-1-12,-2 1-11,1-2-12,2 2-16,-1-1-15,0-1-15,1-2-10,-2 2-16,1 0-13,1-2-10,0 0-25,-3 4-16,3-4-5,0 0-11,0 0-130,-6 0-331,6 0 146</inkml:trace>
  <inkml:trace contextRef="#ctx0" brushRef="#br0" timeOffset="50273.5424">8194 5630 33,'0'0'197,"-1"-3"-1,1 3-9,0 0-4,0 0-11,0 0-9,0 0-10,0 0-13,0 0-6,0 0 3,0 0 3,0 0-8,0 0-6,10 9-1,-5-4-1,-2-2-11,3 4-9,-2-2-7,2 4 5,1-3-9,-2 2-6,1 2-7,1 2-4,0-1-2,4-2-12,-5 1-6,1 0 2,0-3-10,0 4 1,0-3-6,-1-1-7,-2 0 1,2 0-6,-1-1-3,0-1-4,-3-1 0,1 1-3,1-3-4,-1 2-1,-1-1-6,0-2-5,0 1-18,-2-2-8,3 4-19,-2-2-18,-1-2-18,3 0-23,-3 0-23,0 0-28,0 0-32,1 2-33,-1-2-26,0 0-179,3-6-454,-1 4 201</inkml:trace>
  <inkml:trace contextRef="#ctx0" brushRef="#br0" timeOffset="50704.908">8551 5600 112,'0'0'174,"0"0"-7,0 0-13,0 0-3,0 0-1,0 0-5,0 0 5,0 13-6,-2-7-1,2 2-11,2 2-4,-2 1-2,-2 2-3,2-3-7,0 2-1,2 0-10,-2-2-7,0 1-9,0 3-6,1-1 2,-1-2-13,0-1-6,0-3-7,3 2-2,-2 0-8,-1-2-7,0 1-4,0-3-4,0 2 1,0-3-10,0 2-4,0-3-11,0 1-10,0-2-17,0-2-14,0 4-14,0-4-17,0 3-22,0-3-19,0 0-28,-3 3-21,3-3-14,0 0-19,0 0-8,0 0-146,0 0-366,-11-7 163</inkml:trace>
  <inkml:trace contextRef="#ctx0" brushRef="#br0" timeOffset="50947.8137">8428 5736 27,'0'0'187,"-3"-1"-5,3 1-10,0 0-6,0 0-4,0 0 0,0 0 9,0 0-17,0 0-10,0 0-2,14 0-1,-8-1-15,4 1-10,3 0-9,-4-1-8,3 2-12,-2-1-6,-1-1-10,6 0-7,-3 1-10,-2 0-3,3-2-9,-1 0-13,-2 2-13,0 0-20,1-1-20,-1 1-21,-3 1-19,2-1-17,-2 0-14,-2-1-25,1 1-13,-2-1-17,1 1-5,-5 0-15,7-2-116,-7 2-309,4-3 137</inkml:trace>
  <inkml:trace contextRef="#ctx0" brushRef="#br0" timeOffset="51773.023">8521 5562 103,'0'0'126,"-10"1"-6,7 2-1,3-3-7,-4 2-5,4-2-9,-7 4-1,6-2 1,-3 1-7,1 1-3,-2 0-3,3 0-5,-3 2-5,1-1 1,1 1-6,-2 1-3,-1-1-1,3 2-4,-1 0-3,1 0 3,-1 1-3,1 0-6,2-1-1,-1 2-1,1-1-5,-2 0-3,3-1-4,-3 1-3,3 0-1,0-2-5,0 0-2,0 2 3,3 0-1,-3 0-2,4-2-1,-2 1-2,-1 1-2,2-1-1,1-1-4,-1 0-1,1 0-2,-1-2 0,3 0-1,-1 2-1,-2-4 2,3 2-5,-1 1 0,1-2-4,-2-1 2,2 4-3,0-2-1,-2-1 4,1 0-2,1 0-3,-2-2 1,1 0 5,0 1-5,-1 1 0,2-3 0,0-1-1,-1 1 0,2-1-4,-2 1 4,0-1 0,2 0-3,0-1 2,-4 0-2,4 0-2,0-2 5,0 2-4,-1-1 3,2 0 2,-5 1-6,3-1 5,-2-1-1,2 0-3,-2 1 1,0-3 0,0 1 0,-1 0-4,1 0 1,-1 0-1,3-1 1,-3 0-1,-1 0 1,4-1-5,-3 1-2,1-2 1,0 2 1,-1 0 1,0-2-1,0 0 3,-2 1-2,2-1-1,0 0 5,-2 0-1,1-2 0,-1 2 0,0-3-1,1 2 8,-4-1-5,1 2 0,1-4-3,-1 5 3,-1-4-4,-1 2 3,2-2 3,-2 3 1,0-3-3,-1 0 3,0 3-4,0-2 1,-2 1 2,0 2-3,1 0 5,-1-2-2,-1 3 0,0 0 0,0-1 6,0 3 0,0-1 8,-3 0-6,6 3-1,-6-1-2,3 3 3,-3 0-1,0 0-2,3 0-2,-3 2 2,0 0-4,2 0 0,0 0 3,-1 2-3,-1 1-2,3 0-10,-1 3-20,2-3-8,1 4-23,-1 2-21,2-1-22,2-3-17,1 2-8,-1-1-14,4 2-15,-1-2-14,1 2-98,-1-4-291,2 1 129</inkml:trace>
  <inkml:trace contextRef="#ctx0" brushRef="#br0" timeOffset="52259.4033">8951 5530 24,'0'0'197,"0"0"-13,0 0 2,-7 6-7,5-2-6,2 0-8,-4 4-4,4 0 0,-3 2-13,3-1-10,0 3-7,-3 0-10,3 8-3,-1-8-5,-2 1-13,3 3 4,0 3-13,0-3 0,-3-3-8,3 1-3,0-3-3,-1 3-3,-2-1-6,0 0 0,3-1-6,-7 1-1,7-1 2,-4-4-1,1 0-10,0 0 0,-1 0-4,-1-1-1,0 2-2,0-4-8,-2 1 0,1 0-6,0-2 2,2 0-4,1 0-7,-4-1 0,3-2-4,1 0-4,0 2-13,1-1-11,2-2-12,0 0-16,-12-2-26,12 2-24,-5-3-19,2 2-29,3 1-19,-6-2-21,5 0-20,1 2-14,-3-7-3,3 4-180,0 1-426,0-3 189</inkml:trace>
  <inkml:trace contextRef="#ctx0" brushRef="#br0" timeOffset="52597.2334">8818 5583 78,'0'0'189,"-4"-1"0,4 1-11,0 0-9,0-3-10,0 3-11,0 0 3,0 0 7,0 0-10,0 0-10,4 8-2,-2-4-2,-1 1-3,2-1-12,-2 2-7,2 0-3,1 1-10,-2-2-9,-1 1-9,3 3-1,-1-2-7,1-1-7,1 1-8,-1 1-2,0-2-7,0 1 1,-1-2-12,1 2-3,-1-4-4,3 4-2,-3-4-2,2 1-7,-3-1-9,1-1-14,-1-2-16,1 4-22,-1-3-23,0 1-31,1-1-17,0 1-31,-3-2-23,7 0-13,-7 0-16,7 0-14,-7 0-144,4-2-381,-1-1 169</inkml:trace>
  <inkml:trace contextRef="#ctx0" brushRef="#br0" timeOffset="53055.3507">9001 5436 123,'0'0'154,"0"0"2,7 0-15,-7 0-6,9 5 2,-5-2-7,3 3-7,2-1-5,-1 0 2,3 4-10,-1-1-6,0 2-7,0 1-4,-2 2-7,2 3 2,-1-4-10,-2 2-2,1 3-3,-1 0-5,0 1-1,-3-4-4,-1 7-4,0 0-3,0-1 0,-2-2 0,-2 2 1,0 1-8,-1-4-3,2-3-1,-3 2-5,0-3 1,-2 5-2,-1-5-4,2-2-1,-2 2-3,-1 0 0,0-2-2,2 1-3,-4-2-5,2-1 2,0-2-4,1-1-2,2 0-1,0-1-5,1-1-7,0 0-6,-2-2-19,3 0-18,-2 1-20,1-1-26,-1-2-22,4 0-19,-4 1-30,4-1-9,0 0-30,0 0-21,-7-4-119,4 3-364,3 1 162</inkml:trace>
  <inkml:trace contextRef="#ctx0" brushRef="#br0" timeOffset="56987.6558">8004 8054 6,'0'0'129,"-3"-1"-8,3 1-13,0 0-5,0 0-5,0 0-7,-8 6 6,5-4 1,0 1-12,0 1 8,2 2-7,-3 1 8,2-1 0,-2 3-1,1 0-1,-1 5 0,1-2-1,-1 1 0,1 0-3,2 1 1,-2-1-4,0 0-7,3-1-8,0 2-4,0-3-6,3 1 0,-3 1-5,0-3 1,4 3-5,-1-3-5,0 2-3,0 0-7,-2-2 2,3-2-4,-1 3-6,1 0-1,-1-3-3,0-1-3,-2-1-3,2 1-1,0-3-1,0 4-3,-2-5 2,2 3-3,0-2-3,-2-1 3,-1-1-9,3 1-8,-1-1-10,-2-2-14,1 3-10,-1-3-15,0 2-17,0-2-20,0 0-11,1 2-32,-1-2-9,0 0-15,0 0-5,0 0-24,0 0-114,7-4-323,-7 4 144</inkml:trace>
  <inkml:trace contextRef="#ctx0" brushRef="#br0" timeOffset="57710.6396">8270 8128 3,'0'0'163,"0"0"3,0 0-6,0 0-7,0 0-4,0 0 3,0 0-6,0 0 0,-4 10 1,1-6-2,-1 3-8,-3 0-3,0 0-5,1 4-2,-1 0-14,-1 1-4,-2 0-4,-1 3-7,2-2-8,-2-2-7,3 2-7,-2-3-9,1 1-1,2-1-12,2-3-8,0 1-3,1-1-1,-3 0-6,4-2-4,-1-1-3,1 0-4,3-1-7,-1 0-9,-2 1-5,0-2-19,0 1-13,3 0-16,0-3-19,-4 2-11,4-2-21,0 3-20,0-3-19,0 0-17,0 0-11,0 0-12,0 0-5,0 0-10,-3-10-108,3 7-321,-2 1 142</inkml:trace>
  <inkml:trace contextRef="#ctx0" brushRef="#br0" timeOffset="58046.0472">8090 8154 95,'0'0'182,"0"-3"-9,0 3-10,0-3-3,0 3-16,0 0-6,0 0-13,0 0 4,4-2 0,-4 2 7,0 0-1,0 0-12,7 3-1,-1 0-4,-2 1 0,-1-1-8,1 1-9,3 1-5,0 1-2,0 2-2,-1-3-6,2 5-6,2 0-5,-1-1-11,-2-1 1,1 0-4,2 2-6,-1 0-1,-1-1-9,-4 0-3,3-5-4,0 5-4,-4-3-4,4 2-3,-4-4-3,3 4-1,-1-5-4,-2 1 1,-3 1-2,4-2-11,-1 0-11,1 0-17,-1 1-9,-3-2-15,3 0-24,0 0-23,-2 1-20,-1-3-24,0 2-17,3 0-16,-3-2-11,4 2-13,-4-2-9,6 0-7,-6 0-114,0 0-349,4 1 155</inkml:trace>
  <inkml:trace contextRef="#ctx0" brushRef="#br0" timeOffset="58365.7778">8365 8337 57,'0'3'151,"0"-3"-17,-2 4-6,2-4-13,2 4-3,-2-4-7,1 2-4,-1-2 1,3 3-4,-2-2-8,-1-1 0,0 0 1,6 0-6,-6 0 0,4-5-10,-1 2-6,0 1-3,-2-2-1,2 2 4,1 0 3,-4-1-1,2 0-2,-2 0-2,0 1-2,0 2-5,-2-4-7,2 4-6,-4-4-2,4 4-5,-6 1-5,6-1-2,-5 3-7,2-2 1,-1 0-6,4-1-8,-6 3-13,3 1-23,-1-2-19,3 1-19,-2-2-21,1 3-20,2-4-18,-1 4-11,1-4-9,0 0-12,3 3-7,-2-1-111,-1-2-293,2 3 129</inkml:trace>
  <inkml:trace contextRef="#ctx0" brushRef="#br0" timeOffset="58848.4794">8646 8109 225,'-1'-4'223,"1"1"-9,0 3-2,0-3-11,0 3-6,-1-4-13,1 4-13,0 0-14,0 0-8,0 0-8,0 0-8,-9 10-7,8-6-14,-2 2-7,0 4 2,0-1-6,2 3-12,-2 0-9,2 1-2,-1 0-10,1 0-3,-2 1-4,3-1-8,-3 1-2,2 0-6,-2 5-2,0-5 0,0 0-1,3-4-2,-4 4 2,1-2 3,-1-1 0,-2 0 5,5 0-4,-5-3 5,2 0-4,-1-1-1,0 0-5,-2 0 1,2 0-4,-1 0-9,-1-2 4,1 1-3,2-2-2,0-2-3,0 1-7,-2-2-5,2 1-4,0-2-12,-1 0-10,1 2-10,4-2-13,-8 0-7,8 0-21,-6 0-20,6 0-18,-7-1-18,7 1-25,-6 0-17,6 0-14,0 0-19,-4-1-9,4 1-11,-3-3-13,3 0-148,0 3-408,0-4 182</inkml:trace>
  <inkml:trace contextRef="#ctx0" brushRef="#br0" timeOffset="59240.9241">8462 8136 16,'-3'-2'211,"3"-2"-2,0 4-1,-1-2-1,1-1-15,0 3-8,-2-4-12,2 4-18,0 0-13,0 0-14,0 0-8,0 0 0,0 0 0,0 0-5,7 7-12,-4-3-2,1 0-4,-1 1-8,1 2-4,2 1 0,-2-2-8,2 2-5,-2-4-6,0 4-6,2-1-5,0 0-4,-2 0-2,0 1-4,0-2-8,1 1-3,-1-1-4,0 0-1,-1-2-7,1 2 3,0-2-3,-1 0-3,1 0 0,-1-1-6,1 1-3,-2 1-1,-1-4-19,3 2-6,-4-2-18,3 2-15,-3 1-25,0-4-16,3 3-24,-2-2-21,-1-1-18,3 2-14,-3-2-15,4 1-13,-4-1-9,6 3-6,-6-3-110,3 1-347,-3-1 153</inkml:trace>
  <inkml:trace contextRef="#ctx0" brushRef="#br0" timeOffset="59736.575">8704 8005 121,'0'0'132,"0"-4"2,0 4-6,0 0-2,0 0-8,7 0 0,-7 0-1,0 0-4,14 8-11,-9-4 1,2 2-4,-2 1-2,5 4-4,-3-1 6,-3 3-7,5 1-1,1 2 0,-2-4-5,-2 1-6,-1 1-2,1-1 4,1 5-10,-4-3-5,0 0-3,1 4-2,-3-5 0,-1 1-1,0-1-6,0 0-2,-1 1-6,-3-4-7,1 2-4,0-4-1,-1 3-2,1-5-5,0 0-7,0 1-5,1-2-13,-3 0-10,4 0-14,-2-1-12,0 0-21,2-2-23,-2-1-25,0 1-27,-1 0-24,4-3-15,-3 3-24,3-3-10,-3 1-118,-1 0-346,4-1 153</inkml:trace>
  <inkml:trace contextRef="#ctx0" brushRef="#br0" timeOffset="73285.037">15431 5850 72,'-1'2'140,"-2"0"-1,0 2-6,3-4-4,-3 5 5,2-1-9,-2 1 1,0-2-1,1 3-4,0 2-6,-1-2-2,-1 3 0,1-3-6,-1 4 0,1-2-9,-1 1-8,1 3-2,-1 0 2,1 0-11,-1 2-3,3-1-4,-4 1-4,3 0-4,-1-1-5,1 0-4,0 1-2,0-1-3,2 1-4,0-1-6,0 1 0,2-3-4,0 4 0,1-4-7,1 1-2,-1 0 2,1 0-1,-2-3-6,2 2 6,0-2-6,0-2 0,1 1-4,-2 1-4,1 0 3,1-3-4,-2 3 0,0-1 0,1-2 1,-1 0 0,1 1-4,-1-3 1,0 1-2,-2-3-1,2 2-1,0 0 0,-2-2-1,-1 0-1,3 0-1,-3-2 2,0 4-2,0-4 1,0 0-2,6 3 2,-6-3-2,0 0 1,1 2-1,-1-2 3,0 0-1,3 1-4,-3-1-4,0 0-1,0 0-3,0 0-7,0 0-10,0 0-5,0 0-9,0 0-13,0 0-8,0 0-8,0 0-12,0 0-8,0 0-23,4 1-14,-4-1-15,0 0-11,0 0-11,0 0-17,3-4-11,-3 4-122,3-2-336,-3 2 149</inkml:trace>
  <inkml:trace contextRef="#ctx0" brushRef="#br0" timeOffset="75850.7939">15717 5975 101,'0'0'127,"0"0"-10,0 0-1,0 0 5,0 0 4,0 0 4,0 0 6,0 0-5,0 0-8,0 0 1,0 0 6,-10 7-4,6-4-7,0 1-4,-2 2 1,-1 2-5,-1-1-8,1 1-4,-2 0-2,1 4-8,-1-3-7,0 1-8,0 2-9,1-3-3,-1 2-3,-1 1-5,3-1-4,0-1-3,0 1-7,0-3-1,0 0-5,4-2-1,-2 2-7,2-2-1,-1-1-3,2 0-1,-2 2 0,1-3-1,0 0-3,2-1-5,-2 1 0,3 0 1,-3-2-4,3 1 2,0-3-7,-2 3-8,2-3-9,0 0-11,-2 3-4,1-1-15,1-2-12,0 0-1,0 0-11,0 0-11,-2 2-5,2-2-11,0 0-14,0 0-8,0 0-16,0 0-16,0 0-19,0 0-16,0 0-125,0 0-335,0-10 148</inkml:trace>
  <inkml:trace contextRef="#ctx0" brushRef="#br0" timeOffset="76240.1454">15547 5989 77,'0'0'175,"0"0"-6,-2-2-5,2 2-12,0 0-7,0 0-11,0 0-9,0 0-11,0 0-9,0 0-10,0 0-4,0 0 13,0 0 9,0 0 10,7 6-11,-4-1-10,0 1-1,3-1 9,-1 2-11,-2-1-10,1 2-7,2-2-7,-2 1-6,-1 2-2,4-2 0,0 3-4,-4-2-5,1 0-6,2-1-4,2 3-1,-3-4-7,0 3 2,-1-4-8,1 3-3,0-2 0,1 0-5,-2-1 1,-1-1-9,1 0 2,-1 2 1,1-1 0,-1-2-9,1 2 1,-1-1 3,-2-1-4,2 1-6,-1-2 0,-1 0-12,1 2-12,-2-4-22,2 3-16,-2-3-19,3 4-24,-3-4-24,0 1-22,0-1-13,0 0-18,3 2-10,-3-2-7,1 2-11,-1-2-134,0 0-365,0 0 161</inkml:trace>
  <inkml:trace contextRef="#ctx0" brushRef="#br0" timeOffset="76581.8571">15896 5985 87,'0'-2'192,"0"2"-7,0 0-9,0 0-4,0 0-3,0 0-4,0 0-5,0 12-8,-1-8-6,-1 5-10,2-1-4,0-1-4,0 6-8,-2-5-7,4 5-9,-2-3-12,0-1-6,0 1-8,0 1-9,0 2-3,2-2-7,-2-1-3,1 0-8,-2-3-6,2 2-2,-1-2-3,2 1-4,-2-1-1,2 1-3,-2-2 0,0-2-10,0 1-5,3-1-18,-3 0-18,2-1-14,-2-3-22,1 4-17,-1-4-8,-1 5-15,1-5-13,0 0-16,0 0-18,0 0-21,0 0-14,0 0-4,0 0-130,0 0-338,0 0 150</inkml:trace>
  <inkml:trace contextRef="#ctx0" brushRef="#br0" timeOffset="76822.8436">15806 6140 14,'0'0'150,"-3"-3"0,3 3-3,0 0-11,0 0-3,0 0 4,0 0-2,0 0-6,0 0-1,0 0-5,0 0-6,13 4-9,-13-4-9,8 0-8,-2-1-7,0-2-12,2 2-5,-1 0-7,2-1-7,0 0-7,0 0-3,1-1-3,-2 1-2,2-1-11,-2 1-9,2 0-16,-3-1-15,-1 1-32,1 2-8,-1 0-23,-1-2-18,1 0-11,-2 2-13,0-2-7,-4 2-11,7 0-8,-4 0-96,-3 0-260,4-4 115</inkml:trace>
  <inkml:trace contextRef="#ctx0" brushRef="#br0" timeOffset="77603.0572">15813 5985 87,'-3'3'121,"-1"0"0,-2 0-4,2 1-7,1-1 1,-1 2-4,-3 3-3,4-1-5,-1 2-4,-2-1-8,2 1-2,1 3-5,-1-1-5,1 2-4,-1 0-2,4-1-9,-3-1-8,3 2 2,-3-2-3,2-1-6,1 2 3,0-3-2,4 3-10,-1-2-3,-3-1-1,4-1-4,-1-1-3,1 0 2,2 0 3,1 4-2,-1-5-8,-1 1 2,2-3-2,0 2-3,0 0 2,0 0-3,3 0-3,-3-1 5,0-1-2,3 0-3,-3-2-4,0 1 2,3-2 0,-3 2-2,3-6-1,-3 2 0,3-2-2,1 0 1,-4-1-2,3-1 0,-3 0 1,6-2-3,-2-1 1,-4 1-1,0 2-2,3-6-1,0 3 3,-4 1-4,2-4 0,-1 3 0,-3-1-1,1 1 1,-1-1 0,-1-1 1,2-1-1,-3 0 3,-1-2 0,2 1-5,-2-1 2,-4-1-3,2 1 3,-2 0 2,2-1-3,-3 2-1,-1-2 3,0 1 4,-1 2-2,-1 0-2,0 2 1,0-2 1,-1 6 2,-2-2 9,1 2 1,-5 2-3,3-2 0,-5 2-2,2 2 1,0 2-3,0 2 0,4-1-2,-2 1 1,-1 1-3,0 2-4,2 1-1,-2 0-8,3 2-7,2 1-9,-2-2-10,3 2-13,0 1-9,1-1-2,-1 1-12,3-3-14,1 3-3,3-4-9,0 2-3,0 0-1,3 1-11,1-1-9,2 0-8,-2-2-92,6 3-239,-3-2 106</inkml:trace>
  <inkml:trace contextRef="#ctx0" brushRef="#br0" timeOffset="78025.819">16241 5958 32,'0'0'155,"0"0"-6,-4 6-5,1-2-11,3 1-10,0 1-14,-3 3-3,3-2-2,0 3-10,3 1-7,-3 1-3,0 1-1,-3 0 0,3 0 5,0 0-12,0 0 4,0 2-6,-4-2 0,4 1-1,-3-1-1,-1 1-3,1 0-2,-1-2 2,1 0-1,-2 0-8,0 0 1,-2-2-3,0 1 1,2 0-1,-1-5-5,-1 2 0,1-1-3,-1 0-8,0-2-2,-1 0 2,1 0-9,0 0-6,0 0 0,-2-1-1,2-1-5,3 0-1,-2 0-8,2-2-12,-3 0-14,4 0-15,-1 0-14,4-1-15,0 0-15,0 0-13,-13-1-20,13 1-16,-4-3-7,4 3-25,0-6-2,0 6-21,2-8-3,-2 3-106,2 0-308,-2 0 136</inkml:trace>
  <inkml:trace contextRef="#ctx0" brushRef="#br0" timeOffset="78358.5076">16103 6006 135,'0'0'149,"0"-5"-3,0 5-5,-1-2-12,1 2-10,0 0-2,0 0 9,0 0-18,0 0-5,0 0 9,0 0 1,4 9-7,-4-5-4,4 3-1,-1 0 1,1-1-21,-1 1-3,1 0-2,-1 1-13,3-1-4,-2 1-4,0-1-6,0 0-1,1 0-8,-2 0-2,1-2-7,1 1 5,0 0-9,0 0-2,1 0-3,-1 0-3,0-1-1,-1 0-4,-1-2-13,0 0-10,-1-2-13,0 3-14,1-2-14,-2-2-14,3 4-14,-4-4-10,3 2-13,-3-2-16,0 0-6,7 2-4,-3-1-19,-4-1-11,3 0-106,-3 0-282,0 0 124</inkml:trace>
  <inkml:trace contextRef="#ctx0" brushRef="#br0" timeOffset="78836.0285">16300 5836 89,'0'0'114,"0"0"5,0 0-2,0 0-2,10 8-8,-7-4-7,3-1-8,-1 4-5,1-1-7,1 2-8,0 1 2,0 2 4,2 1 7,3 4 2,-5-4 0,3 5-8,-3 0-6,3-4-11,-3 5 6,4 1-4,-8-6 1,4 7-5,-4-6-4,0 1-4,-2 0-6,1 0-6,-1-2 3,-2 1-5,-1-1-1,2 0-5,-4 0 1,1-1-5,2-2-4,-5 1 0,3 2-5,-1-7 2,0 2-6,-2 1-2,2-3 3,1 2-6,0-4-14,-1 3-7,1-3-12,1 0-14,0-1-11,-1 0-9,-1 1-13,1-1-9,0 0-13,2 0-6,1-3-14,0 0-19,-1 4-21,1-4-117,0 0-289,0 0 129</inkml:trace>
  <inkml:trace contextRef="#ctx0" brushRef="#br0" timeOffset="79972.9141">16748 5964 2,'0'0'136,"0"0"-1,0 0-4,-4-3-1,4 3 3,0 0-8,0 0-9,0 0-3,0 0-5,0 0-6,0 0-2,0 0-2,0 0-5,-3 9-3,3-4-2,0 3-1,0 1-7,-1-1 0,-2 6-9,3-1 1,0 0-2,0 0-8,0 0-4,-3-1-3,3 3-3,0-2-5,0 1-3,0-1-2,0-1-4,0-2-2,0 1-1,0-1-1,0 0-6,0-1-4,0-1-1,0-1 1,0 0-5,0 0 2,0-3-8,0 1 1,3-2 0,-3 0 0,0 1-3,0-1-4,0 0 1,0-3 0,0 2-2,0-2-7,0 5-11,0-5-7,0 2-14,0-2-9,0 0-13,0 0-14,0 0-11,0 0-19,0 0-12,0 0-17,0 0-13,0 0-17,0 0-14,0 0-125,0-9-320,0 9 141</inkml:trace>
  <inkml:trace contextRef="#ctx0" brushRef="#br0" timeOffset="80316.2949">16617 6135 27,'0'0'164,"0"0"-8,0 0-5,0 0-10,0 0-8,0 0-8,5-4-12,-1 2-5,1 1 4,1-1-12,0 0-9,4 0-7,-1 1-3,1-1-6,-1 1-5,1-1-5,2 0-6,0 0-4,0 0-6,-2 0-8,4 0 1,-3 0-6,-1 0-5,0 1-1,0 0-7,0-1 1,-2 1 0,2 1-4,-3-1-4,0 0-1,-1 1-3,-2 0 1,0-1-1,-4 1-10,9 0-6,-6-1-5,-3 1-14,5 0-7,-5 0-12,0 0-10,0 0-12,0 0-13,7 0-8,-7 0-4,0 0-5,0 0-14,0 0-15,2-2-12,-2 2-93,0 0-246,0 0 108</inkml:trace>
  <inkml:trace contextRef="#ctx0" brushRef="#br0" timeOffset="81189.307">16665 5930 14,'-4'0'112,"-2"3"1,1-2-5,-4 3-1,2 0-4,0 0-7,0-1-4,0 4 0,0-2-6,-3 1-1,3-1-7,0 2-2,0-1-5,-3 3-3,3-2-1,-1 2 6,-1 2 3,4 0-8,0 0-4,0 1-3,1 1-10,-1-1 1,1 0-3,3 2-2,-1-1 2,2 0 1,2 0-3,1 1-5,1-2-1,0 2-6,0-2-3,0-1 4,6 1-3,-3 1 0,3 3-3,0-4-1,1-4 1,-2 1-3,6 4-3,-5-5 1,-1-3-4,3 0-2,1 2-1,-2-3-1,3-1-4,-1 2 2,0-2 0,-1-1 2,-2-1-10,0-1 3,1 0-2,-1 0 1,1-1-2,2-3-5,0 0 3,-1 0 0,1-5 1,-2 3-3,-1-1-1,2 0 2,-3 0-3,1-2 0,-3 2-4,0-1-2,0 2 4,-1-3-1,-2-1 3,3 2-5,-4 0 4,1-2-1,3 0 1,-4-2 1,-3 0-2,4 0 2,-4-1-4,0-2 0,0 1 4,-1 1-4,-2-2 2,0 0-1,2 2 2,-5 0-2,2-2-1,1 0 3,-1 2 2,-2 0-5,-1 1 5,0-1-1,-3 2 5,3 2-1,-4 1-2,1 1 3,-2 0 2,0 1-2,-2 2-3,2 4-2,-4-2-1,3 2 3,-1 0-3,-3 2 1,3 2 0,0-1-1,0 0 0,1 3-2,2 0-11,-3 1-12,4 1 2,-1-1-16,1 2-7,0 1-10,3 1-6,0-1-5,0 2-10,3-2-10,-2 0-6,6 1-19,-1-1-3,-2-1-10,7 0-9,-4 0-5,3-1-108,3 1-266,-1-2 118</inkml:trace>
  <inkml:trace contextRef="#ctx0" brushRef="#br0" timeOffset="82251.737">17058 5939 99,'-5'0'162,"5"0"8,0 0 5,-5-2-6,5 2-4,0 0-4,-4-2-13,4 2-10,0 0-11,0 0-10,0 0-8,0 0-13,0 0-10,0 0-5,0 0-8,0 0-5,0 0-9,0 0-4,17 0-2,-6-1-8,-4 0-5,3 1-2,0-1-4,0-1-2,-2 0-5,6 1-2,-1 1-4,-2-2 8,-1 1-12,0 1 0,-1-1-1,-1 1-5,-2 0 2,-1 0-5,2 1 1,0 2-2,-4 0 0,1 0 1,-1 1-2,0 2 1,-3 0 1,0 2 0,0 1 0,0 3-1,-3-1 0,-1 1 3,-2 1-3,-1 1 0,0 0-3,-3 1 2,3 3 1,-2-6-4,0 5 3,1-4 2,-1-1 0,2 0 1,0-1-1,0 1 2,1 0 1,2-1-1,-3-1 2,4-1 1,-1-1-2,1 0 1,3-1 2,-3-2-9,2 0 1,1 1 0,-1-2 2,2 0 0,-1 1 6,3-2-3,-2-1 1,-1 2 2,4-2-4,-1 1 8,2-1-9,-1 2-3,1-3 2,2-1-3,2 1 4,-3-1-7,2 0-1,-2 0 3,-1-1 0,4 1 0,-2 0 0,-2-1 0,2 1 1,-1-2-2,2 0 3,-2 0-5,1 1 1,-3-1-10,2 1-12,-2-1-7,2 1-6,-2-3-11,-1 4-5,0-2-15,-3 2-10,5-1-14,-5 1-14,0 0-21,3-5-22,0 1-8,-3 4-16,3-3-12,-2 1-128,-1-1-334,0 3 147</inkml:trace>
  <inkml:trace contextRef="#ctx0" brushRef="#br0" timeOffset="82594.2502">17034 6100 113,'0'0'178,"0"0"-1,0 0-14,0-3-6,0 3 4,0 0-7,10-3-10,-6 2-12,3-1-11,-1 1-7,4 0-8,-2 0-12,2 0-8,0 1-9,0-1-7,3 0-6,-1 0-7,-2 1-4,4-1-5,0 1-4,-4-2-7,0 2-3,1-1 1,-1 0-8,1 1-1,-5 0-4,1-1-2,0 1-6,0-2-14,-3 2-16,2 0-20,-6 0-16,8 0-24,-2-1-18,-6 1-4,7-1-31,-3 1-4,-4 0-21,7-1-6,-7 1-104,6 1-285,-6-1 126</inkml:trace>
  <inkml:trace contextRef="#ctx0" brushRef="#br0" timeOffset="94438.2439">15478 8298 7,'0'0'125,"0"-4"-6,0 4 11,0 0-10,0 0 4,0 0-15,0 0-7,0 0 1,-13 7-5,6-3 6,0 0 10,4 1-6,-1 2-5,-3 2-5,1 1-5,-4 2-5,3 0-1,0 0-3,0 0-7,2 2 8,-1 5-10,0-5-8,4 0-2,-1 0-4,1 0-3,2 1-4,-1-1-1,2-1-5,-1 0 3,3 1-6,-1 0-4,0-2-2,3 1-4,-1 0-3,0-1-2,2 0-1,-1-4-2,0 2-4,3 1-3,-4-3-1,3-1-3,-4 0 0,1-3-3,2 2-2,-2 0-4,-1-1 5,1-1-2,-1 0-4,0-1-1,0-1-13,0 1-17,-2-1-12,2 0-14,-2-1-10,-1 2-18,0-3-17,3 3-19,-3 0-17,0-3-12,0 0-13,0 0-18,0 0-9,6 1-113,-6-1-322,0 0 142</inkml:trace>
  <inkml:trace contextRef="#ctx0" brushRef="#br0" timeOffset="94923.4635">15661 8403 34,'0'0'111,"0"0"-4,0 0 6,0 0 2,0 0-1,0 0-6,0 0 0,0 0-1,-6 9 12,2-7-1,1 3-1,0-1-2,-1 2 11,0 0-8,-2 1-11,2 0-9,-3 4-5,0 0-4,0-1-8,-3 3-3,5-1-6,-4 1-6,2-4-5,1 3-5,-1 0-7,0-3-3,2 1-5,-1-2-2,2-2 0,-2 3-11,1-2-1,3-1-3,-4 0-1,2 1-2,0-1-2,3-5-4,-2 4-5,0-1-12,0-1-18,2 0-16,-1 0-15,1 1-23,-2-3-19,3 2-18,0-3-17,0 0-17,0 0-13,0 0-8,0 0-9,0 0-101,0 0-298,-3-7 131</inkml:trace>
  <inkml:trace contextRef="#ctx0" brushRef="#br0" timeOffset="95265.0169">15476 8430 47,'0'0'170,"0"0"-5,-1-4-10,1 4-8,0 0-6,0 0 5,0 0 3,0 0-8,0 0-9,13 9-12,-9-5 7,2 0 19,-1 2-26,2 0-9,0 0-6,3 3-10,-6-2-6,6 1-1,-3 2-6,0-4-5,0 2 0,0-2-9,-1 2-5,1-2-1,0 1-5,0-1-4,0 2-4,-1-3-5,-2 1-4,3-2-4,-3 2-2,2-2-6,-5-1-1,2 0-6,1-1-1,-2 0 0,-1 1-9,2-1-18,-2 1-17,-1-3-16,3 3-19,-3-3-19,2 2-21,-2-2-16,1 1-22,-1-1-16,3 2-5,-3-2-12,0 0-8,0 0-12,0 0-120,8 0-334,-8 0 148</inkml:trace>
  <inkml:trace contextRef="#ctx0" brushRef="#br0" timeOffset="95629.3966">15843 8397 79,'0'0'142,"0"0"-3,0 0-15,0 0-3,0 0-1,0 0-5,0 0-10,0 0 5,0 0-4,0 13-3,0-6-3,0 0 1,0 3 7,-2-2-9,2 1 2,0 0-8,0 2-6,0-2-5,0 3-7,0-1-4,0 0-9,0-1-2,0 2-3,0-2-7,3-1-5,-3-1-3,0 0-2,1 0-2,2 0-6,-3-2-6,0 0-1,0-1-3,2-1-5,-2 1 1,0-2-2,1 1-6,-1-1-5,1 0-17,-1-3-15,2 4-14,-2-4-15,1 4-11,-1-4-15,0 0-14,-1 5-17,1-5-23,0 0-9,0 0-16,0 0-6,0 0-108,-7-2-295,7 2 130</inkml:trace>
  <inkml:trace contextRef="#ctx0" brushRef="#br0" timeOffset="95906.9458">15762 8542 93,'0'0'154,"-4"-2"-11,4 2-12,0 0-5,0 0 3,0 0-2,0 0-11,0 0-10,0 0-10,10-1 3,-10 1-6,7 0-6,-3-1-7,3 1-8,0-1-7,0 0-1,0 1-11,-1 0-4,4-2-5,-2 2-6,2 0-2,0-2-2,0 2-4,0-3-6,-2 2-5,1-1 0,-1 2-6,1 0-17,-4 0-10,2 0-11,-4 0-24,-3 0-12,11 0-15,-5-2-12,-6 2-20,7 0-5,-3 0-17,-4 0-6,7-2-87,-7 2-241,3-2 106</inkml:trace>
  <inkml:trace contextRef="#ctx0" brushRef="#br0" timeOffset="96602.5694">15802 8412 27,'-9'1'94,"5"-1"1,0 2-10,-2 1 2,2-2-1,0 1-8,-2 1-4,-1-1-8,4 1-1,-4 1-1,3-2 0,-2 4-3,2-1-3,1 0 1,-2 1-7,-1 1-1,3 0-4,-1 1-3,1-1 2,-1 0-5,3 1-6,-1 1-1,1 0-3,1 3 3,0-4 0,0 2 2,1-3-2,2 2-3,-3 1-3,6 0 4,-5-2 2,3 0-9,0 0-2,1 0 1,0-1-5,-2 1-2,4-1-2,0 1 0,-3-2-1,5 0 1,-2-1 0,0 0-1,0 0-6,-1-1 6,2 0-2,-1 1-2,2-3-3,-4-1 1,4 1 7,-1 2-5,-2-2-4,1-2 2,-2 1-2,4-1 1,-9 0-3,14-1 3,-6 1-3,-2-1 1,1-2-2,0-2 6,0 3-8,0-2 3,0 0-1,-4 0-1,4 0 1,-1-2 0,-2 0-1,2 1 3,-2-3 1,2 0-1,-2 1-3,-1-1-1,1 1 0,-1-2-1,-1 3 0,1-1 3,-1 0-3,0-1 0,0 0 4,-2 0-3,1 1-1,-2-1 2,1-1-4,0 2 6,-3-1-6,2-1 2,-2 0-1,-1 0 5,2 2-4,-2-2 0,1 1 4,-1 1-2,-2 0 1,2-1 3,-3 1-4,4 1 2,-4 0 10,3 0-4,-6 1 2,3 1-1,-3-1-2,3 2 1,0-1 4,-3 1-4,3 1-3,-1 1 0,-1 1-2,1 1 4,-1 1-7,2 1 1,-2 0 1,0 0 1,2 0-2,0 2-7,1 0-3,-1-1-8,0 2-6,0-1-29,4 0 2,-1 0-16,1-1-19,-1 2-7,4 0-5,-3 2-12,-1-2-4,4-1-3,0 1-6,0 1-3,0-1-78,0 1-216,1-2 95</inkml:trace>
  <inkml:trace contextRef="#ctx0" brushRef="#br0" timeOffset="97201.371">16227 8336 66,'0'0'148,"0"0"-10,0 0-12,0 0-12,0 0-9,-3 8-3,3-3-3,-2 3-13,0 0-8,2 3-1,-3-1-9,3 2 1,-4 1-2,4 0-5,-1-1 2,-1 3-1,2-3 4,-1 4-5,1-2-2,-2 1 1,1-2-5,0 0-5,-1 0-3,-1 1-3,2 0 3,-2 0 0,0-1-2,1 0-1,-3-2-2,1 1 0,0-3 3,1 0 1,-3 1-2,1 1 0,1-3-3,-1-1-2,1 0-8,-3-1-5,3 0 1,-2-1-3,3-1-2,-1 0 1,0-2-9,0 2-3,-2-2 2,3 0-2,-1-1-8,1 2-12,-1-2-5,4-1-32,-7 1-10,4 0-14,3-1-9,-7 0-8,7 0-14,0 0-10,-10-3-18,10-1-7,-3 2-9,3-1-3,-4 0-9,4 1-88,-3-1-264,3 1 117</inkml:trace>
  <inkml:trace contextRef="#ctx0" brushRef="#br0" timeOffset="97551.1199">16085 8429 127,'-3'-4'156,"3"4"-14,0-2-7,0 2-2,0 0-12,0 0-3,0 0-7,0 0-3,0 0-1,0 0 1,0 0 13,0 0 2,0 0-10,11 6-8,-8-2-2,1 1-10,-1-2-6,0 4-11,4-3 3,-4 0-6,1 2-11,0-2-3,2 1-7,0 0-3,-1 0-8,1 1-4,1-2 0,-3 1-4,2-2-6,-2 1-2,0-2-4,0 2-2,1-3-4,-1 2-6,0 0-13,-2-2-19,0 2-14,1 0-10,1-2-20,-4-1-12,3 2-14,-1-1-14,-2-1-15,2 4-11,-2-4-4,3 1-15,-3-1-8,0 0-1,7 0-90,-7 0-271,0 0 120</inkml:trace>
  <inkml:trace contextRef="#ctx0" brushRef="#br0" timeOffset="98013.0142">16347 8229 71,'0'0'109,"0"0"1,0 0 5,0 0-8,4 7-6,-1-4 5,-2 2-7,5 1-6,-2 2-5,0 4-4,2-1-5,-2 0 10,3 0-7,-2 2-3,4 1-2,-3-1-1,1 0-3,4 2-2,-5-2-6,0 4-4,-2-4-6,3 6-4,-4-6 5,-2 1-10,3 0-5,-2 2 2,-1-3 1,-1 1 0,0 1-3,-1-1-4,-1-2-4,0 1-3,0 1 1,-1-3-2,-1 0-4,1 4-3,-2-3-5,-1-1-2,2 0 2,-2-3-3,3-1-3,-1 0-1,-2 2-4,2-4 0,1 2-17,-1-2-4,4-1-20,-3-2-20,1 2-14,0-3-12,-1 1-10,3-2-17,0 0-13,-4 4-5,4-4-8,0 0-5,0 0 4,0 0-6,0 0-76,7-8-234,-7 8 104</inkml:trace>
  <inkml:trace contextRef="#ctx0" brushRef="#br0" timeOffset="100220.207">16568 8671 129,'0'0'214,"0"0"-3,0 0-9,0 0-5,0 0-9,0 0-6,0 0 3,0 0-12,0 0-2,0 0-8,0 0-7,0 0-2,0 0-8,0 0-10,0 0-4,0 0-2,0 0-7,0 0-10,0 0-5,0 0-4,0 0-9,4 2 4,-4-2-18,0 0-5,0 0-6,0 0 4,0 0-12,0 0-7,0 0-2,0 0-3,0 0-13,0 0 6,0 0-2,0 0-9,0 0-5,0 0-1,0 0 4,0 0-5,0 0-9,0 0 5,0 0-4,0 0-4,0 0 5,0 0-9,0 0 7,0 0-2,0 0 2,0 0-3,0 0-1,0 0-1,0 0-3,0 0 6,0 0-4,0 0-4,0 0-3,0 0 3,0 0-3,0 0 4,0 0-3,0 0 0,0 0-20,0 0-14,0 0-24,0 0-19,0 0-25,0 0-20,0 0-25,0 0-23,0 0-23,0 0-28,0 0-26,0 0-27,0 0-19,0 0-149,0 0-475,0 0 210</inkml:trace>
  <inkml:trace contextRef="#ctx0" brushRef="#br0" timeOffset="101448.8122">16664 8358 121,'0'0'156,"0"0"-9,0 0 0,0 0 0,0 0-3,0 0-7,0 0-5,0 0 1,0 0-1,0 0-9,0 0-6,0 0 0,0 0-10,0 0-7,0 0-5,0 0-8,0 0 3,0 0 3,0 0-4,0 0-2,0 0-6,12-1 3,-4 1-7,-1-1-6,1-1-5,0 1-6,2 0-1,0-1-8,3 0-7,-2 0 0,2 1-2,-2 0-8,3 0-2,-4-2-4,0 3-2,0 0-5,0 0-2,-1 0-3,0 0-1,-1 0 0,-1 2-1,-1 0-2,-2 0 0,3 1-4,-4 0 2,1-1-5,-1 2 2,1 0 0,-1-1-2,-3 1-2,3 0 1,-3 1 3,0 1-5,0-2 1,-3 6 2,3-6 3,-3 5-9,-1-2 3,1-1-2,-1 2 2,-3-1 2,4 2-3,-5-3 3,2 2-2,-2 1-2,1-1-2,0 2 3,1-3-1,-1 3 3,1-3-3,1 2 0,-1-3-3,0 0 7,2 0-4,0 1-3,0-1 4,1 1-3,0-5 5,0 3-3,2-1-2,-2 0 3,2 0-4,-1-2 5,2 2 0,0-1 3,0 0-6,0 0 0,2-1 2,-1 1 2,0-1-1,2 1 4,0-1-2,1-2 1,-1 1 0,-3-1 0,10 1-3,-4-1 2,2-1 3,-1 0-4,0 1-1,0-2 1,0 2 1,0-1-2,2 0 7,-1 0-6,-1 1 0,0-2-3,3 1 2,-6-1-2,2 2 5,1 0-4,-3 0 0,3-2-2,-7 2 1,7 0 0,-1 0 1,-6 0-1,4 0 4,-4 0-3,6 0-2,-6 0 0,0 0 0,0 0-3,0 0-6,7-1-7,-7 1-6,0 0-7,0 0-8,1-2-8,-1 2-9,0 0-8,0 0-16,0 0-12,0 0-13,0 0-10,0 0-21,0 0-6,0 0-9,0 0 0,0 0-12,0 0-11,3-2-8,-3 2-126,0 0-330,0 0 146</inkml:trace>
  <inkml:trace contextRef="#ctx0" brushRef="#br0" timeOffset="101881.4366">16727 8497 140,'0'0'160,"0"0"-5,0 0-2,0 0-1,0 0 0,0 0 0,0 0-6,10-2-5,-6 1-8,-4 1-8,10-1-3,-4 0-8,2 1-7,-1 0-6,3-1-3,0 0-10,-2 1-9,2 0-6,0 0-8,0 0-5,0-2-5,-2 3-5,2-3-4,-1 2-9,0-1 1,1 0-5,0 1 1,-3-1-8,0 2 2,2-1-7,-2 0-2,-3 0 4,3-1-8,-1 1-5,-2-1-3,-4 1-9,7 0-12,-7 0-11,7-1-16,-7 1-8,4 0-20,-4 0-9,0 0-18,0 0-14,4 1-10,-4-1-14,0 0-15,0 0-5,0 0-13,0 0-4,0 0-93,0 0-285,0 0 127</inkml:trace>
  <inkml:trace contextRef="#ctx0" brushRef="#br0" timeOffset="102566.3166">16560 8659 69,'-5'0'104,"5"0"-12,0 4 0,0-4 8,0 3-16,-2 2-4,0-3-4,2-2-6,4 5-7,-4-2-4,0-1-6,0 1-5,3-1-1,-3-2 2,4 4 2,-1-2 1,0-1-7,-3-1 2,4 2-9,-1-1-1,-3-1-2,0 0 0,7-2-3,-7 2-3,7-4 0,-3 2 0,-2 0 0,-1-1 1,2-1 1,-3 1 0,4 0 6,-2 1-2,-2-2 5,0 1 3,0 3 8,-2-5-2,1 3 1,-2-1 1,3 0 6,0 3 5,-4-3-7,1 2-2,3 1-9,-6-2-5,6 2-1,-7 0-2,7 0-5,-7 2-2,3-1-6,1 0 0,0 2-1,-4 0-6,3-1 4,1 0-6,0 1-3,1-1-2,0 1-14,2 1-18,-4-2-17,4 1-21,0 0-13,0-3-10,0 4-20,4-1-17,-4-2-12,4 0-10,-1 1-12,0-2-123,1 2-299,-4-2 133</inkml:trace>
  <inkml:trace contextRef="#ctx0" brushRef="#br0" timeOffset="111302.9432">21092 8623 78,'0'-3'85,"0"3"5,3-3 3,-3 3-2,0 0-1,4-1-2,-4 1 5,0 0-1,0 0-2,0 0 4,0 0 3,0 0 10,0 7 0,0-7-1,-3 7 4,2-3-3,-2 2 1,0 3-11,-1 0 3,0-2-2,-2 5-6,-2-1-9,-1 0-2,5 2-4,-4 0-3,-1 0-5,2 0-7,0 0-2,0 0-4,0 0-8,0 1-4,0-2-4,1 1-1,1-1-6,-1-2-5,2-2 6,1 0-4,-3 0-5,2-2-1,4 1-3,-3-4-5,-1 4 0,1-3-14,1 0-11,0 0-14,2-1-10,-3 0-16,3 0-10,-2-1-13,2-2-18,-2 3-6,2-3-15,0 3-10,0-3-2,0 0-10,0 0-13,0 0 0,0 0-16,0 0-6,0 0-88,-3-10-277,3 6 123</inkml:trace>
  <inkml:trace contextRef="#ctx0" brushRef="#br0" timeOffset="111672.7284">20902 8688 131,'0'0'149,"0"0"-5,0-4-12,0 4-7,0 0-4,0 0 2,0-3-1,0 3-12,0 0-9,4-1 1,-4 1 10,7 3 1,-1-1 6,0 1 1,-1-2-13,2 2-11,0 2-3,0 0 0,0-1-5,3 3-8,-3-2-6,3 2-4,0 1-7,1-2-6,-1 3 3,0-3-6,-3 2-8,2-1-1,-2 0-7,0-2-2,0 0 0,-2 2-3,2-2-3,-1 1-4,-2 0 0,3 0-2,-4-3-4,1 2-4,0-3-1,1 1 2,0 0-2,-5 1-4,3 0 0,1-2 0,-1 0-4,-3 0 3,3 0-4,-2 1-7,2-2-5,-3-1-10,3 4-14,-3-4-12,0 3-13,0-3-10,3 2-13,-3-2-10,0 0-16,1 2-13,-1-2-11,3 2 0,-3-2-19,0 0-6,3 2 4,-3-2-10,1 2-1,-1-2-109,3 1-292,-3-1 130</inkml:trace>
  <inkml:trace contextRef="#ctx0" brushRef="#br0" timeOffset="112537.0892">21458 8589 115,'3'-5'161,"-3"1"2,0 3-3,0 1-5,0-4-9,0 4-12,0 0-11,0 0-13,0 0-6,0 0 3,0 0-4,-3 12 1,2-5-2,1 3 3,0 3-4,-3 2-5,0 3-6,3 3 0,-4-3-3,4 3-5,-3-2-6,3 1-3,-4 2-2,1-3 0,-1 0-6,1 0-1,-4 0 4,4-1-3,-1 1 0,-3-1-4,0-5-2,1 1 7,-1-2-6,-1 1 3,0 0 2,-2-2-1,0 0-2,-1-4 0,1 2-4,1-3-7,2 0-5,-3-2-3,3 0-3,0-1-7,0 0-4,2-3-2,0 2 0,-2 0-13,3-2-5,-2 0-20,6 0-15,-7 0-12,7 0-22,-4-1-27,4 1-24,-7-3-22,7 2-24,-1-2-30,1-1-17,1 0-16,-1 0-15,2-1-10,0-1-136,-2 0-411,3-1 182</inkml:trace>
  <inkml:trace contextRef="#ctx0" brushRef="#br0" timeOffset="112848.9504">21306 8623 104,'0'-3'185,"0"3"-13,0-4-11,0 4-19,0 0-1,0 0-2,0 0-4,0 0-1,0 0 6,3 12 5,3-4-8,-5 0-8,3-1-4,1 1-9,-1 1-5,0-1-7,2 0-6,-2 0-9,0 0-7,3 3-7,0-2-7,-3 2-7,2-4-7,-2-1-4,2 2-5,-2-1-6,0-2-4,2 2 0,-2-1-14,1 1-11,-3-1-13,1-1-7,1 0-14,-1-2-21,-1 1-20,0 1-25,0-2-24,-1 1-30,2-1-20,-2 0-23,4 0-14,-3 0-139,1 0-367,2-1 163</inkml:trace>
  <inkml:trace contextRef="#ctx0" brushRef="#br0" timeOffset="113755.2357">21742 8613 1,'0'0'176,"2"-4"-7,-2 4 0,0-3-4,0 3-10,0 0-5,0 0-8,0 0 6,0 0-1,0 0 7,2 10-10,-1-3-3,-2 1-12,1 0-2,-2 3 3,2 2-18,0 0-4,0-1-11,0 2-11,-2-1-7,4 0-4,-4 0-11,4-2-3,-2 2-9,3-1-3,-3 1-2,2-5-7,-1 2-6,-1-1-2,1-1 0,-1 0-7,3 0-6,-3 1-9,0-3-8,2 0-13,-4-1-15,4-1-8,-1 2-18,-1-3-19,0 1-17,0 0-16,0-1-21,0 0-15,-1-1-22,1-2-17,-2 3-6,2-3-11,-7 1-121,7-1-342,-3 0 151</inkml:trace>
  <inkml:trace contextRef="#ctx0" brushRef="#br0" timeOffset="114033.7059">21654 8774 45,'0'0'188,"-4"-2"-7,4 2-7,0 0-7,0 0-3,0 0 4,3-5 6,-3 5-6,4-2-9,0 1-9,0-1 1,5-1-14,-1 1-7,2-1-9,0 1-13,0-1-7,0 3-13,0-2-7,0-1-8,-1 2-7,1 0-8,0 1-5,-3-1-7,3 0-9,-3 1-7,0-1-7,0 1-10,-3 0-13,2 0-13,1-1-13,-7 1-13,9 0-17,-9 0-12,7 2-9,-7-2-18,5-1-4,-5 1-16,6 1-9,-6-1 1,0 0-18,5-1 4,-5 1-8,0 0-6,5-1-3,-5 1-95,0 0-269,0 0 119</inkml:trace>
  <inkml:trace contextRef="#ctx0" brushRef="#br0" timeOffset="117372.2173">22216 8527 2,'0'0'169,"0"0"-3,-1 9-5,1-9-3,-3 5-8,2 0 2,-1-2-2,-1 3-3,-1 0-1,1 0-4,-1 2-12,1 4-4,-1-1-8,-3-1-3,4 2-8,-1 0-8,-2 1-6,1-1 0,-1 0-2,-4 5-5,5-5-7,-4 1-7,5-1-7,1-3 0,-4 2-14,1 0-5,2 0-2,0-3-3,-2 0 0,2-1-10,4 1-4,-3-4-13,-1 4-10,1-3-11,3-1-11,-3 1-19,1-1-21,0-1-16,2 1-20,-3 0-20,3-1-8,0-3-21,0 0-20,-4 1-15,4-1-8,0 0-11,0 0-102,0 0-323,0 0 143</inkml:trace>
  <inkml:trace contextRef="#ctx0" brushRef="#br0" timeOffset="117712.4413">22053 8602 14,'0'0'149,"0"0"-14,0 0 6,0 0 1,3-3 0,-3 3-2,0 0-1,5 7 1,0-4-10,-1 2 5,1 1-3,0 0-13,0 0-9,-1 0-1,3 3 1,-1-2-14,1-1-6,3 3-4,-6-1-3,5 3-3,-2-4-8,3 2-9,-2-3-6,1 3-7,-4-2-3,2 0-4,0 1-4,-1-1-4,1-3-4,-1 3 0,-1-1-2,-1 0-7,2-1-4,-2-2 2,-1 1-8,0-1-6,0 1-14,0-2-12,-1 2-14,1-3-14,-3 2-22,0-3-19,4 2-13,-1 0-17,-3-1-14,0-1-15,0 0-17,3 2-5,-3-2-12,0 0-104,0 0-308,0 0 137</inkml:trace>
  <inkml:trace contextRef="#ctx0" brushRef="#br0" timeOffset="123537.63">22053 8428 121,'-3'-2'197,"3"2"-11,0 0-2,0 0-2,0 0-10,-7 4 2,4-2 0,0 1-6,-1 2-5,1 1-4,-1 5-5,-3-1-6,3 0-2,-2 2-14,2 0-7,-2 7-4,-1 0-9,3 0-13,-2 1 2,2 1-12,0 0-8,0-1-4,1 1-6,0 1 0,0 0-16,2-1 2,-2 2-12,3-3-4,0 1-3,0-1 1,3-1-10,-2-5-1,5 0 1,-2 0-6,2 6-4,-1-7-1,1-3-6,1 1-10,0 0-19,2-1-7,-1-1-13,-1 1-24,2-2-13,2-2-26,-3-1-31,5 1-33,-3-4-38,5 0-28,-1 0-28,-1-2-166,1 0-460,0-2 204</inkml:trace>
  <inkml:trace contextRef="#ctx0" brushRef="#br0" timeOffset="146367.8642">22467 8614 67,'0'0'92,"1"-4"-9,-1 4-2,0 0-2,0-4 7,0 2-11,0 2 1,0-5-6,2 2-5,-2 1 0,0 2-1,-2-4 2,2 4-5,0 0-3,0-3 0,0 3-5,0 0-8,0 0 4,0 0-7,0 0-6,0 0-2,0 0 3,0 0-4,0 0-2,3-2-3,-3 2 5,0 0-8,0 0-1,0 0 2,0 0-2,0 0 3,0 11 3,0-8-1,-1 1 3,1 3 0,1 1 6,-2 0-6,2 5-2,-2-3-1,1 1 0,1 0-1,-1-4-1,0 3-8,0 0 1,0-2-2,0 0 0,2-1 1,-2 1-3,2-2-3,0 2-3,-2-2 2,1-1-1,-1 2 2,3-3-5,-3 0-3,0 1 1,0-2 1,3 1 2,-3 0-5,1-1-2,-1-1 3,0 3-1,0-3 1,2 1-3,-2-3 3,1 4-2,-1-4-5,0 3-6,0-3-12,1 2-20,-1-2-9,0 0-12,0 0-20,0 0-12,0 0-23,0 0-7,0 0-18,0 0-115,0 0-275,0 0 122</inkml:trace>
  <inkml:trace contextRef="#ctx0" brushRef="#br0" timeOffset="146705.9">22399 8717 93,'0'0'138,"0"0"2,0 0-13,0 0-6,0 0-5,0 0-9,0 0 0,0 0-9,0 0-8,0 0-8,0 0-5,7-2-5,-7 2-2,6 0 9,-2-1-3,-1 0-7,-3 1-8,14 0-5,-10-1-6,3 2-5,-1-1-3,1-1-2,0 1-4,2-1-4,-4 2-4,2-1-1,-3 0 0,2 0-8,1 1 1,-1-2-3,-2 1-2,3 0-1,-3 0-4,-4 0 1,10 0-11,-6 0-14,-1 1-14,-3-1-15,9 1-9,-7-1-21,-2 0-7,6 0-21,-6 0-10,6-2-9,-6 2-8,5-2-9,-5 2-85,0 0-239,0 0 107</inkml:trace>
  <inkml:trace contextRef="#ctx0" brushRef="#br0" timeOffset="147597.2476">22401 8560 14,'0'0'93,"-6"1"-12,5 1 1,-1 0-2,-2 0-5,1 1-13,-1-1 2,1 1-4,0 1-2,-1-1-1,1 0 2,1 1-4,-1 0-9,-3 2-1,2-1 1,-2 1-2,3 0 4,-2 1-3,2-3-3,2 3-5,-2-3 3,1 1 1,-2 2-5,1 0-4,2-1-3,-1-1-3,1 1 3,1-1-4,0 1 3,0 1-3,0 2 0,0-2-3,0 0-3,3 1 1,-3-2-3,1 0 3,1 0-11,-1 1 5,3-1 1,-1 1-5,1-1 1,-1-1 0,1 0 0,-1 2 3,0-3-6,1 0-1,-1 0 1,1 0-2,-1 0 7,1-1-3,1 2 4,-3-3-3,3 2 0,0-1-2,-2 0 1,3 1-1,-1-1 0,2 0-1,-4-1 3,4 1-2,0-1 2,-4 0-1,4-1 1,0 1-1,0-1-2,-4 1 1,4-2-3,-1 1 3,-1-1 4,2-1-4,-1 2-1,0-1 0,-1-1-1,-5 1-1,10-2 1,-4 0-2,-1 0-2,1 1 2,-2 0 0,2-1 2,-2 0-3,2-1 4,-1 1-5,0-1 3,0 1-3,2-1 2,-2-2 0,0 3 0,-1-3-2,2-2 1,1 2 1,-3 2-5,2-2 1,-2 1-1,-1 1 2,0-2 1,1 1-2,-1-1-2,-2-1 1,2 2 0,0-4 0,0 3 3,-2-3-3,2 0 0,-2 1 2,1 1-3,-1-1 2,-1 0-3,2-1 1,-4 0 1,2 1 1,0-1 1,2 0-4,-4 2-1,2-3 9,-3 3-4,2-2-2,-3 1-2,2 0 1,-2 0 5,1 1 0,-1 0-2,-2 0-3,-1 0 12,3 1-4,-2-2 0,-1 2 1,3 0 0,-4 0-1,2 1 2,-1-1-1,0 1 0,-1 1 0,1 1-1,-2 0 1,2-2 0,0 4-1,0 0 3,1 0-7,-4 1 0,2 2-3,4-2 3,-3 1 1,0 1-1,1-1-5,-1 1 2,3 1-4,-2 1-6,-1-1-10,2 2-9,0-2-9,1 2-10,1 2-10,-1 0-12,1 0-15,3-1-3,0 1-11,0 2-9,-3-4-15,3 3-9,3-1-89,-3-1-240,0 2 106</inkml:trace>
  <inkml:trace contextRef="#ctx0" brushRef="#br0" timeOffset="148205.4122">22890 8537 165,'0'0'165,"-5"-1"-6,5 1-10,0 0-7,0 0-19,0 0-4,0 0-5,0 0-11,-5 3-11,3 3-4,1-2-1,-2 0-8,0 3-1,0 0-10,2-1-2,-2 3-2,3-1-5,-3 3-5,2-2-4,-2 4-3,0-2-1,-1-3 2,4 3-3,-4 2-1,1-4-3,2 4 3,-2-2-4,0 1-3,0-4-2,0 5-2,2-2-2,-2-2-6,2 2-1,-1-2 3,-2-2 4,1 1 1,0 1 0,-1-1 1,1 0 8,1-1-4,-1 0-13,-3 0 0,3 0 5,-1-1-3,0 0-1,-2-1-2,2-1 0,1 0-5,0 0-3,-1 0 9,1-2-8,-1 0-3,-2 0 0,2-1-3,0 1 1,1 0-1,-2 2 0,0-4-2,3 1-1,-3 0-1,5-1-5,0 0 3,0 0-8,-8-1-6,8 1-8,-4 1-15,4-1-8,0 0-16,0 0-15,0 0-18,-5-2-19,5 2-11,0 0-17,0-6-16,0 6-1,0-5-9,3 3-9,-3 2-1,0-6-100,2 4-294,-1 0 131</inkml:trace>
  <inkml:trace contextRef="#ctx0" brushRef="#br0" timeOffset="148589.2193">22740 8588 38,'0'0'175,"0"0"-2,0 0-4,0-3-14,0 3-10,0 0-4,0 0-13,0 0-11,0 0-8,0 0-12,0 0-10,0 0-5,0 0-6,0 0 11,0 0 8,7 7-1,-4-5-14,-2 3 1,2-3-11,3 4 11,-5 0-6,2-3-9,4 4-3,-4 0-6,1-2-8,2 0-3,-2 4-4,2-4-5,-3 2-6,-1-2-2,3 0-3,0 0-3,1 0-1,-3-1-2,1-1-3,0 0 0,-2-2-3,0 5 0,3-5-2,-3 1-4,1-1-3,-3-1 5,4 3-18,-1-2-18,-3 1-14,0-2-17,4 3-19,-1-2-17,-3-1-23,3 2-22,-3-2-19,0 0-12,0 0-10,7-2-139,-7 2-344,6-1 153</inkml:trace>
  <inkml:trace contextRef="#ctx0" brushRef="#br0" timeOffset="149110.0786">22912 8405 81,'0'-4'172,"0"4"-10,0 0-9,-3-3-15,3 3-17,0 0-8,0 0-10,0 0-8,0 0 2,0 0-13,0 0-2,0 0-13,14 5-5,-11 0-2,1-2-5,-1 0-9,4 3-1,-4-2 0,4 1-6,-1 1-2,-1 0-6,1 1 2,0-1-10,1 3 2,-2-1-4,-2 0 0,1 0 5,3 2-7,0 1-4,-2 0 1,0 1 1,-2-1 1,1 3 12,-1-3-1,0-1-3,1 2-4,0 7 0,1-4-3,-4-2 1,2 0 0,1-1 0,-4 2 0,0-1 3,0 0 7,0 0 2,1-2-4,-2-2-1,1 1-2,-3-1-2,3 1-3,-4 2 0,1-3-3,0-1 4,-2 0-9,2 1 3,-1-1-3,-1 0-2,1-1-3,0 0-2,1 0 4,-2-1-4,0 1 2,1-3-2,0 2 1,1-2-2,0-2-1,-1 1-4,3-1-14,-1 2-20,-1-3-20,3-1-25,-1 3-20,1-3-22,0 0-18,-3 2-19,3-2-16,0 0-155,0 0-354,0 0 156</inkml:trace>
  <inkml:trace contextRef="#ctx0" brushRef="#br0" timeOffset="150108.8103">23171 8491 25,'0'0'92,"0"0"-1,0 0-1,0 0 11,0 0-6,-4-1 8,4 1 1,0 0 14,0 0-5,0 0 4,-6 0-1,6 0 5,0 0 0,0 0-2,0 0 1,-4-1-2,4 1-10,0 0-5,0 0-4,0 0-11,0 0-10,0 0-4,0 0-9,0 0-4,0 0-7,0 0-6,0 0-4,0 0-2,0 0-3,11-5 6,-5 4-10,1 0-6,0 0-2,2 0-2,0 0-1,1-1-4,2 1 1,-3 0-4,4 0-2,-6 0-5,4 1 3,-2 0-4,1 0 0,-2 0 1,-1 2-5,0-2-2,0 2 6,-2-2-7,-1 3 3,0-1-2,0 1 1,-1 0 1,0 0-3,-2 1 2,2 0-1,-3 1 0,0 1-1,0-1 1,0 3 1,-3-2-1,-1 4 3,1-3-2,-2 2 1,-1 3-1,0-4 1,1 4-2,-2-3-2,-2 4 4,1 0-5,-2-1 4,1-2 0,1 0 1,-2 2-1,3-1-4,4-3 3,-4 3-3,0-3 1,4-1 0,-2 2-1,3-1 4,-2-1 1,0 1-5,1-2 1,2 0 3,-1-2-3,1 1-2,-1-2 4,2 1-3,0 0 0,-1-2 0,2 2 3,-1-1-3,2-1 2,-2-2-4,4 4 1,-1-4 2,-2 3 4,6-2 0,-2-1-2,0 0 0,4 0-1,-1 0 2,3-2 0,-4 0-1,3 2 0,0-3-2,0 2-1,0-1 3,-2 0 0,2 0-5,1-2 3,-2 2 0,-1 0-2,-1 1 2,0-3-1,0 4 0,-1-1-1,0 0 2,-1 0 2,-2 1-3,4 0 1,-7 0-1,7-1-2,-7 1 3,4-1-18,-4 1-10,6-1-13,-6 1-17,0 0-14,4-2-19,-4 2-15,0 0-24,0 0-15,3-2-14,-3 2-14,0 0-15,3-2-139,-3 2-354,0 0 157</inkml:trace>
  <inkml:trace contextRef="#ctx0" brushRef="#br0" timeOffset="150500.0106">23192 8615 116,'0'0'172,"0"0"-7,0 0-8,0 0-11,0 0-11,0 0-7,0 0-10,0 0-18,0 0 12,-4 2 8,4-2 1,0 0 1,11 3-13,-8 0-9,3-3-7,2 0-10,-1 0-7,0 0-3,3 0-5,-3 0-7,3 0-7,0-1-6,0-1-5,0 2-2,2 0-6,-2-2-2,0 1 5,1 0-12,-2 1-2,-1-1-3,1 0-3,-1 0-2,-2-1-2,-2 1 2,2 1-6,-1 0 2,-5 0-6,7 0 3,0 0-2,-7 0-8,6-1-26,-6 1-16,7 1-18,-4 0-24,-3-1-16,4 0-20,-4 0-14,7-1-9,-7 1-26,0 0-2,6 0-126,-6 0-322,0 0 142</inkml:trace>
  <inkml:trace contextRef="#ctx0" brushRef="#br0" timeOffset="163849.675">18254 4352 48,'0'0'81,"0"0"-3,0 0-6,0 0-4,0 0-6,0 0-11,0 0 6,0 0-9,0 0 3,0 0-12,-4 9 18,4-4-1,-2 2 0,2 1-9,0-2 2,0 4 5,0 0 5,0 0-6,0 2 1,0 0-11,0 1 12,0-1-1,0 1-4,0 0-5,0-1 16,0-2-10,2 3-5,-1 0-3,-2 0-7,2-1-4,-1-3 2,0 3-6,0-1-1,0-2-3,0 0 6,0-2-8,0 1-7,2-3 1,-2 1 0,0-2-2,1 3 1,-1-3-4,0-1 1,0 2-3,0-2-3,1 1 6,-1-4-5,0 2 3,0-2-2,2 4-1,-2-4-1,0 0-1,1 3 5,-1-3-4,3 2 1,-3-2-2,4 2 2,-4-2 0,6 0 1,-2 0-1,0 0 1,2 0-2,-2 1 2,3-2 2,2 1-7,-2 0 3,1 0 4,1-1-4,1 1-7,-1-2 4,7 1 1,-8 1 2,2 0 2,6-1-7,-6-1-2,5 2 0,-1 0 2,0-1 1,-1 1 0,0-1 2,-1 2-5,5-2 3,-3 0-3,0 1 6,3 1-3,0-1-4,0 0 1,0-1 4,5-1-3,1 2-6,2-1 5,-1 1 5,0-4 2,2 4-1,0-1 1,-2 0 3,0-1 2,0 0-2,0 0 2,2 1-3,-3 1-2,0-3 1,0 2 5,-1 2-8,-1-1 4,3 0 0,1-1-3,1 1 4,-1-1-3,-1 0 2,1 1-5,2 0-1,-1 0 3,0 0-3,1 0-1,-2 0 4,4-1-1,-3-2-5,3 3 6,-3-3-1,4 2-2,-3 0 0,2 0-2,-2 0 0,1 0 0,-1 0-2,-2 0 0,2-1 6,1 4-6,-1-4 4,1 2 3,2-2-2,-2 2 1,0 1-4,0-2-1,3 1 5,-3-1 0,2 1-4,0-2 5,-1 1-3,2 2-4,7-3 3,-11 0-1,1 1 1,2 2-4,-1-1 7,1-2 0,-2 2 1,0 0-2,0-1-2,-1 0 1,4 1 0,-1 0 3,-2 0-2,0 0-1,0 0 3,0 2-3,-1-4-1,0 2 2,1 1-1,0-2 2,0 0 0,3 0-3,-7 0-2,6 0 2,-2 1 0,0-2-2,2 1 2,-2 1 4,0 1-7,2-2 6,-2 2-5,0-1 2,0 0 0,-1 0 1,1-1-5,-4 3 3,0 0 1,3-2-1,-2 0 1,3 0-1,-1 2 1,-3-2 0,3-1-1,-2 2 1,3-1 1,-4 1 0,3-1-4,1 0 7,-1 1-5,-2-1 1,2-2-2,-2 0 3,2 2 0,0 1-2,-2-3-1,1 2-2,-1 1 2,0 1 0,2-2 2,1 1 3,-1-3-1,-3 2-3,4-1 3,-1 3-2,1-2-2,2 0-2,-5 2 1,3-1-1,-1-2 6,1 2-4,0 0 1,3-1 0,-2 1 3,0-2-1,-1 1-1,0 2-1,2-2-2,-5 2 0,2-1 1,0 2 0,1-3-2,0 2 6,-1 0 0,3-2-6,-2 3-1,1-1 2,0-1 5,0 0 2,-2 2-4,-2 0-4,3-2 2,-1-1-1,1 2 3,-1 2-5,1-3 6,-1 2 1,0-3-3,-2 0-1,-1 1 0,1 1-2,-1-1 2,2 0 5,-2 1-4,-2-2 0,2 2-3,0-2 1,-3 1 1,0-1 2,3 2-1,-3-1-2,1-1 1,0 1 1,-6-1-1,3 1 0,-2-1 2,-3 0 0,3 0 0,-1 0 0,-1 0-3,-1 0 2,0 2-3,0-1 7,1-1-4,-3 0-1,2 2 2,-2-1-2,0-1-1,-5 0-2,3 0 5,-3 1-1,0-1-1,-1 0 0,-2 0-3,2 0-2,-1 0-3,-2 1 14,-3-1-5,7 0 0,-7 0 1,6 1-6,-2 0 4,0 2 3,-4-3-1,7 0 0,-4 0-1,-3 0 1,6 1-1,-3 1 2,-2 0-2,-1-2-4,0 0 7,7-1 0,-7 1 0,0 0-3,0 0-2,7 0 4,-7 0-5,4 1 4,-4-1-2,0 0-5,0 0 9,0 0-5,0 0 3,0 0-4,0 0-1,0 0 6,0 0 0,5 1 1,-5-1 1,0 0-6,0 0 7,0 0-3,0 0 0,0 0 1,0 0-1,1-7 0,-1 7 3,-1-4-5,1 4 3,-2-4-2,2 4-1,0-6 0,0 3 2,0 2-2,0-5-3,2 3 6,-2-3-6,0 0 3,1 0 0,0 2 0,-1-5-1,2 2 0,-1-1-2,-1 0 4,2-1 1,0 0-2,-2 0 0,2-3-1,-1 2 3,2-2-3,-3 2 3,1-1 2,1-1-4,-1 2-2,1 2 1,-2 0 1,1 1-3,-1-1 3,0 4-1,1 0 3,2 0-1,-6 1-3,6 0-2,-3-1-1,0 4 3,0-3-4,0 3 0,0 0 4,0 0-4,0 0 2,0 0-10,0 0-4,0 0-21,0 0-24,0 0-16,7 9-20,-7-8-17,3 2-20,-3-2-17,2 4-122,0-2-297,-2-1 132</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5-06-09T20:27:40.85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548DD4"/>
    </inkml:brush>
  </inkml:definitions>
  <inkml:trace contextRef="#ctx0" brushRef="#br0">3229 11030 106,'0'0'110,"-1"-2"1,1 2-8,0 0 0,0 0 0,0 0-5,0-6-7,0 6-4,0 0-11,0 0 2,0 0-6,0 0 1,0 0 6,-3 13-15,0-5-4,0 0 0,-1 4-7,-3 2-1,1 3 4,2-3-11,-4 4-5,1-2-1,0 4-8,1-7 0,3 1-3,-1-1-2,-2 1-7,2-1 1,0-2-5,1-2 1,-1 3 2,0-3 1,1-1 9,0-1-2,3-1-5,-1-2 0,-1 0 0,1 1-4,1-3-1,-2 1 7,2-3-7,-1 5-1,1-5 1,0 1-3,0-1 3,0 0-5,0 0 3,0 0-3,3-11 1,-2 6-3,2-3 3,0-1-6,0-2-1,1-2 3,-1-1 1,2 2-3,-3-4-2,1 2-1,2-3-2,-1-2 5,2-1-2,-2 6-4,3 0 3,-2 1-2,-1-6 2,0 6-3,0 0 3,0 1-5,2 0 3,-2 0 0,-1 4-1,1 1 2,2-1-1,-3 2 0,1 0-2,-4 2 1,3 2 5,-2-1-8,1 0 0,-2 3 0,1-2 1,-1 2-4,0 0 6,0 0 0,7 4 8,-7 0 4,0 2 2,4 0 13,-1 2 2,0 3-3,1 3 5,-2-1-5,0 0 0,1 1-2,0-2-3,1 3 1,-1-2 0,0 0-3,0 1-1,0-1 0,-1-1-1,1 0-6,0-3 6,0-1-5,-2 0-2,1 1-1,-1-1 7,1-2-8,0-1-1,0 0-1,-1 0-2,1-1 4,0 0-2,0-2 0,-1 2-4,-1 0-3,2-3-6,-2-1-16,1 3-16,-1-3-18,1 2-19,-1-2-1,0 0-48,0 0-25,0 0-17,0 0-18,0 0-3,0 0-102,0 0-315,-14-3 140</inkml:trace>
  <inkml:trace contextRef="#ctx0" brushRef="#br0" timeOffset="245.8263">3177 11189 69,'-4'-2'199,"4"2"-9,0 0-7,0 0-9,0 0-10,-3-2-12,3 2-15,0 0-10,0 0-12,0 0-9,0 0-7,0 0-8,0 0-8,0 0-7,18 2-6,-13-2-9,0 0-4,2-1-7,0 1-5,0 0-4,-1 0-4,4 0-9,-2-2-20,-1 1-18,-1 0-29,4 0-28,-2-1-24,2 1-32,0-2-26,1 2-30,-2 0-105,-2-2-308,1 2 136</inkml:trace>
  <inkml:trace contextRef="#ctx0" brushRef="#br0" timeOffset="1816.4735">4056 11124 70,'0'0'130,"-3"3"-16,3-3-10,0 0-2,0 0 2,0 0-11,0 0 2,0 2-4,0-2-1,0 0-5,0 0-12,0 0-3,0 0-9,7-11 0,-5 5-5,2 1-6,-1-3 1,2-2 1,1 0-6,0-2 11,-1 0-22,1 0-2,0 0-5,-1 0 0,-1 0-3,2 0-2,1 2-4,-3 0 4,1 1-3,-1 1-6,-1 0-2,1 0-1,0 0 2,-1 0 0,-2 5 2,1-3-1,-1 4 5,-1-1 3,0 3-4,1-6 0,-1 6 5,2-3-5,-2 3-1,0 0 1,0 0 3,1 9 9,-1-5-5,0 5 0,-1-4 9,-1 9-5,1 0 1,0 5 1,-1-5-6,2 2 4,0 3-3,0-3-2,0 2-2,2 1-1,-1-5-3,0 1-2,2-1 1,-3-1-3,3 2-4,-3-3 1,4 1 2,-1-1-5,1-3 3,-4 0 1,3 0-4,0-1-1,1-2-3,-4 0-1,0-3 1,0 2 3,3-2-5,-3 0 2,0 0 3,1-1-2,-1-2 5,3 3-5,-3-3 1,0 0 0,-7 2 0,7-2-4,-7-1 2,7 1 1,-10-3 3,6 3-2,-3-1 7,3-1 8,0 0 6,-1 2-1,0-1 0,-1-1 4,2 2 6,4 0 4,-6-2 3,6 2 2,-5 0-1,5 0-1,0 0-7,-6-2 4,6 2-6,-3-2-3,3 2-3,0 0-3,0 0 3,0 0-4,0 0-1,0 0-4,0 0-6,0 0 1,0 0-1,0 0-2,14 4 2,-14-4-6,7 0 3,-4 0 0,-3 0 0,10 0-4,-6 0-19,-4 0-11,10 0-14,-6-1-18,-4 1-20,10-1-21,-10 1-24,9-2-24,-9 2-25,9-1-22,-3-1-31,-2 0-14,3 1-120,-4-1-387,-3 2 171</inkml:trace>
  <inkml:trace contextRef="#ctx0" brushRef="#br0" timeOffset="2303.0756">4367 11054 86,'-7'2'195,"3"1"-10,1 0-3,-1 1-11,1 0-6,0 2-3,-4-2 3,3 4-19,1-2-12,3 3-12,-4-3-6,3 3-1,-1 2-1,4-3-12,-2 3-8,1-4-5,3 4 5,-2-3-12,-1 0-9,6-1-7,-3 2-6,2-2-6,-2-2-4,3 1-6,0-2-3,2 1-1,-1-1-7,1-1-1,-1-1-1,1 0-5,-2 0-2,0-1 0,-2-1-4,2-2 0,0-1-1,-1-2-2,1 1-2,-1-1-1,-1-1-1,0-1-2,-3 1-1,3-1 5,-4-2-6,3 0 0,-4 0-4,-1-3 5,-1 5-6,1-6 3,-2 4 0,0-5-3,-1 7 1,1-1 2,-1 0 17,-3-2-5,0 2 2,1 1 0,-1 0 7,-1 3-5,-1-2-6,1 2 3,2 2 5,-2 0-2,-2 1-4,3 1-7,-3 2 8,3 1-4,-3-1-10,3 4-1,4-2 4,-4 3-4,0-1-4,0 4 1,3 1-8,1-3-22,-1 4-17,4 1-19,-1 0-24,1 2-32,1-2-35,3 1-26,0-2-24,2 0-32,1-3-185,0 4-455,0-6 202</inkml:trace>
  <inkml:trace contextRef="#ctx0" brushRef="#br0" timeOffset="3111.2302">4598 11094 182,'0'0'168,"0"0"2,0 0-9,0 0-10,0 0-15,0 0-9,0 0-9,0 0-10,5-10-10,-3 5-6,3-1-11,-1-2-5,1-1-7,1-2-6,0 1-6,1-1-8,-2-2 0,1 5-10,1-2-1,-1 2-4,-1 1 0,2-1-5,-4 2-3,0-1-2,-2 3 2,2 0 4,-3 1 2,3 1 4,-3 0 0,0 2 1,0 0-3,4-3-6,-4 3-1,0 0 2,0 0-4,-1 10-2,-2-2-1,3 1-2,-3 3 2,3 2-1,-4 1-3,4-1-3,0 6-1,-3-6 0,6 1-2,-3 0-2,4 4 0,-4-5-2,3 0-1,1-2-2,-1-1 1,1 3 1,-1-2-1,1-4 0,-1-2-3,0 1 1,-3-2 1,4-2-4,-4 3 2,3-2 0,-3-2 2,0 0-1,0-2 7,3 2-3,-3-2 1,0 0-2,0 0-1,-4 3 6,4-3 13,0 0 0,-10-1 1,4-1 0,3 1 5,-1 0 1,-3 0 5,1 0 3,2-1 4,-1 2 2,5 0 2,-7-2-3,7 2 0,0 0-9,-7 2-1,7-2-3,-5-2-3,5 2-1,0 0-3,0 0-6,0 0-3,0 0-1,0 0-3,-5 0-7,5 0 2,0 0-3,0 0-13,0 0-10,0 0-20,12-2-8,-12 2-23,10 0-18,-6-1-18,-1 0-26,-3 1-21,10-1-21,-3 0-18,-3 1-19,5-2-5,-5 2-139,3 0-382,-7 0 169</inkml:trace>
  <inkml:trace contextRef="#ctx0" brushRef="#br0" timeOffset="3749.246">4842 11074 5,'0'0'192,"0"0"-12,0 0-10,0 0-8,0 0-13,0 0-11,0-4-14,0 4-7,1-5-16,2-3-10,0 3-6,1-2-11,-1-1-10,1 0-3,3-3-9,-1-2-1,1 3-8,-1 0-2,-2 1-2,0-3-7,3 1 1,-3 0-5,1-1-5,-1 6-2,0-2-3,-3 1 2,2 0 5,-1 1-8,-1 2 3,2 1 3,-2 0 5,-1 3 2,0-4-4,0 4-2,0 0 1,0 0-1,0 0 8,0 0-1,2 13 6,-2-5-1,-2 5 2,1-4 2,0 4-1,-1 2-3,2-2 0,0 6-2,-1 1-4,1-1-5,0-4 2,1 5-5,-2 0-2,2 0 1,1-7-1,-2 2-3,2-1-2,1 0 1,-1-5-4,0 3-3,1-4 2,0 3-1,1-3-5,-4-1 0,3 0 2,0-2-1,-2 0-1,1-2 0,-1 0 1,-1-3 1,2 4 1,0-2 6,-2-2 8,0 0 5,0 0 5,0 5 2,0-5-5,0 0-4,0 0 0,0 0-2,0 0-4,0 0 1,-14-10-5,11 8 3,3 2 0,-4-4 1,4 4 0,-7-1 5,6 0-2,1 1-8,0 0-3,0 0 1,0 0-4,0 0-1,-6-3 2,6 3-2,-1-1-4,1 1 0,0 0-2,0 0 0,0 0-5,0 0 2,0 0-4,0 0-6,0 0-5,0 0-9,0 0-5,0 0-12,0 0-9,0 0-7,0 0-10,0 0-6,0 0-16,0 0-8,0 0-10,10 6-16,-10-6-12,0 0-15,0 0-4,0 0-7,5 1-3,-5-1-5,0 0-119,4 1-315,-4-1 140</inkml:trace>
  <inkml:trace contextRef="#ctx0" brushRef="#br0" timeOffset="12914.5456">3174 11595 84,'0'4'94,"0"1"-3,-1 0-8,1 4-1,-1-4 1,-1 4-4,2 0-5,-1 2-1,-1-2 0,2 3-11,0-1-4,-1-2-3,1-1 2,0 0-3,-2 0-10,2 0-11,-1-2 1,1-1-10,-1-1 3,1 1-4,0-1-1,-2-1 5,2 0-6,0 1 9,0-4-12,0 3 8,0-3 5,0 0-3,0 0-2,0 0-3,0 0-5,0 0-3,0 0-2,-3-11 0,2 7-1,1-4 4,0-1-1,0 0-6,0-3-1,0-1-2,0 1 5,0-2-3,0 0 0,1 0-5,1-1-1,-1 1 3,2 1-2,0-1-1,1 2-2,0 0 0,1 3 3,-1 1-1,1-2 2,0 5-3,0-2 1,2 1 3,-4 3-4,1-1-2,-1 2 3,4 1 1,-4 0-3,1 1 0,-4 0-2,7 1 7,-5 3-2,-1 0-6,-1 1 11,0-2-6,0 2 7,-3 2 5,-1 1 3,1-2 4,-1 2-3,1 1 6,-4-3-2,4 2 1,-1-2-3,-2 1-2,4-3-1,0 0-5,-1-1-1,-1 1 0,4-2-2,-3-1-1,3-1-2,0 2 0,0-2 0,2 5-1,1-3 1,2-1 0,-2 0-3,6 1 2,0-1-1,0 3 1,1-2-4,-2-1 5,6 3-3,-4-1 3,-1 1-6,-1 0 3,0-2-1,-2 3-2,0 0 3,-2-2-5,-1 1 5,0 3 11,-3 0 12,0 0-4,-3 0 17,-1 1 6,-1-1 0,-3 1 4,-2 0-1,0 0-4,0-2 9,-1 0-1,1-1-4,2 0-4,-1-1-4,-1-3 2,3 2-5,0-1-5,0-1-2,-1 1-2,-1-1-1,5-1-6,0 1 1,4-1-6,-9 0-1,9 0-2,-7-1-9,3 2-6,4-1-22,0 0-18,-5-1-22,5 1-22,0 0-20,0 0-26,0 0-36,0 0-21,11-7-17,-7 6-113,2 1-344,2-1 152</inkml:trace>
  <inkml:trace contextRef="#ctx0" brushRef="#br0" timeOffset="13934.4976">4101 11572 14,'0'0'38,"0"0"-1,0 0 1,0 0 0,0 0-4,0 0 2,0 0-7,0 0 1,0 0-3,0 0 5,0 0-7,0 0-11,0 0 5,0 0 1,0 0-3,0 0 3,0 0-7,0 0 3,0 0-7,0 0-5,0 0 7,0 0-3,0 0 3,0 0-5,0 0 1,0 0 2,0 0-7,0 0 2,0 0 0,0 0-4,0 0-3,0 0 2,0 0-4,0 0-4,0 0-5,0 0-4,0 0 1,0 0-7,0 0-4,0 0 2,7-4-7,-7 4-33,2-3-71,-2 3 31</inkml:trace>
  <inkml:trace contextRef="#ctx0" brushRef="#br0" timeOffset="14417.8954">4128 11520 16,'0'0'48,"0"-3"4,0 3 4,0 0 11,0 0 3,-3-3 5,3 3 11,-3-1-1,3 1 7,0 0-4,-4-2 6,4 2-7,0 0 0,-7 6-4,6-3 7,-2 1-11,0 3-8,-1 1-1,1-1-7,0 0 9,0 0-7,2 2-5,-2 0-2,2-1-3,-1 1-11,2-1 5,0-1-7,0 3-3,0-1-3,2-2-2,-1 1-3,2 0 0,0-1-6,1-1 0,0-1-5,0-1-4,1 2 5,0-3-6,-1-1 3,2 2-3,-3-1-1,1-1-3,0 0 0,1-1 0,0 0-1,-5-1 1,7-2-3,0 0-1,0-2-2,-4-2-1,4 2 3,-4-4 0,4 1-2,-3-1-1,2-2-2,-5 4 2,2-3 2,1-4-2,-4 3 0,3-2-1,-3 1 1,0 1 3,0 2-4,-3-2 2,3 1 3,-4 0 4,1 2 1,-1-2 0,1 2 0,-4 0 5,2 1 4,0-1-2,-2 4-4,2-3 0,-1 4-6,0 0 7,2 2-6,-1 0 2,5 0-4,-12 2 2,5 0-2,2 3 0,-1-1-5,0 5 0,1-3 1,-1 2-1,3 5 1,-1-1-10,0 0 7,1 2 3,-1 1-19,2-2-15,0 1-12,3 0-10,0 0-9,-1-2-23,3 0-7,-1-2-27,3-1-11,-1-1-17,2-1-8,0-1-11,-1 0-99,2-1-285,-2 0 127</inkml:trace>
  <inkml:trace contextRef="#ctx0" brushRef="#br0" timeOffset="14942.422">4384 11529 7,'0'0'176,"-10"5"-10,6-2-8,1 1-7,2 3-16,-2 1-3,0 0-4,-1 0-8,4 1-8,-3 0-7,3 1-10,-3-1-6,3 3-8,0-4-7,3 0-4,0 2-6,-3-3-3,4 1-5,3 0-6,-4-2-4,3 0-8,1-1 0,-3-2-5,5 1-2,-2-1-6,1-1 1,0-1-4,1 0-3,-2-3-5,1-1 5,-2 1-6,1-3-3,0 0 5,0-2-2,-3 0-6,2 0 1,-2 0 3,0-2-2,1 1 0,-4-4-1,3 4 1,-4-6 8,0 6 13,0-5-4,0 1 1,-4 4 14,1-1-2,-1 1-3,0 0-5,-2 3 6,2-3 8,-2 2 0,-1 1-6,2 1-3,-4 1-4,2 2-2,2 1-4,-4 1-4,1 2 3,-1 0-7,2 3 5,0-2-5,0 3-4,0 0-3,0 0-2,1 1 6,2 2-12,-3 3-22,4-4-15,-1 2-17,4 1-26,-3-2-25,6 1-23,-3-1-28,1-2-21,2 5-26,1-7-18,2 2-115,-2-2-360,-1 0 159</inkml:trace>
  <inkml:trace contextRef="#ctx0" brushRef="#br0" timeOffset="15540.0585">4648 11597 121,'0'0'122,"0"0"-5,0 0-10,5-11-5,-2 4-7,1-1-7,1 0-8,0-1-2,-1 1-5,-1-4 3,1 2-12,2-1-3,-3 4 2,1-3-9,-1 2 2,0-1-6,-2 3-2,2 0 5,-2 1 1,1 1 3,-1 1-1,-1 1-3,0 2-2,0-3 3,0 3 2,0 0 7,0 0-3,0 14 5,0-6-5,-1 2-4,-1 3-6,2 2-1,0-1-7,0 5-8,-1-6 1,1 1-6,1 0-1,1-1-4,-1-1-2,-1-1-6,3 1 3,0-5 0,-2 1 1,2-3-7,-3 2-2,3 0 0,-2-3-3,-1 1 1,3-3-3,-3 1 3,0 0-1,0-3-1,3 3 1,-3 0-2,0-3 2,0 0-3,0 0 5,-3 3-1,3-3-4,0 0-2,-8 0-1,8 0 0,0 0 8,-9-2-1,9 2 8,-7 0-1,6-2 2,1 2-3,-6-1 5,6 1 1,0 0-1,-7 0-1,7 0-4,0 0-2,0 0-1,0 0 2,-3-1 3,3 1-9,0 0-2,0 0-3,0 0-1,0 0 2,0 0 1,0 0-2,0 0-9,0 0-24,0 0-18,17 1-24,-10-2-19,0 0-34,0 0-30,2 0-33,-2-2-20,-2 3-136,1 0-373,-6 0 164</inkml:trace>
  <inkml:trace contextRef="#ctx0" brushRef="#br0" timeOffset="16055.2768">4856 11605 123,'0'-7'124,"3"3"-8,-2-4-13,2 0-4,1 0-3,-1 0-14,3-3 1,-3 3-11,2-5-6,0 3 3,-3 0-5,1 0-3,1 2-4,-2 0 2,1 0 1,-2 1-2,0 0 0,1 4 5,-1-1 6,-1 4-3,0-6-3,0 6 6,0-4-3,0 4-1,0 0-11,0 0 5,0 0-5,0 0 4,-1 14-9,-1-4-5,2 2-3,-2 0-2,0 1-5,2 1-4,0 0 0,0-4-4,2 0-2,-1-1-5,0 3 1,-1-2-5,6 0-2,-5-1 1,2-1 0,0 0-2,0-4-2,0 3-1,-2-4-2,2 0 0,-2 1-3,1-1 1,-2-1 0,0-2-2,0 0 1,0 0 3,0 0-2,0 0 1,0 0-2,0 0 1,-13-2 0,13 2 7,-7-3 1,3 3 0,4 0 3,-6 0 13,6 0 1,0 0-10,-7 0-1,7 0-3,0 0-2,0 0-1,-5 0-2,5 0-1,-5 0 0,5 0-3,0 0 0,0 0-2,0 0-1,0 0 0,9 6 0,-6-6-1,-3 0-1,5 2-5,-1 0-10,-1-1-15,-3-1-18,7 1-21,-7-1-18,7 1-19,-7-1-23,7 0-25,-7 0-23,9 0-2,-9 0-12,0 0-102,4 1-315,-4-1 141</inkml:trace>
  <inkml:trace contextRef="#ctx0" brushRef="#br0" timeOffset="16941.9213">3904 11877 28,'-10'0'146,"10"0"3,-3 0 6,3 0-6,0 0 2,-7-1-2,7 1-13,0 0-12,0 0-11,0 0-10,0 0-11,0 0-3,0 0-7,0 0-3,0 0-2,27 1 7,-14-1-9,1 2-2,1 0-8,2-2-4,6-1 1,-1 0 7,2-2-4,0 4-8,0-1-1,1-1-3,2 1 15,1 0-4,3-2-6,-1 2-3,9 0-6,-9 0 6,7 0-3,-8 2-7,12-2-5,-13 1-2,12-1 1,-1 3-5,-1-3 17,-8-1-3,-1-1-3,1 2-5,9-1-2,-9-1-7,9 2-3,-11-2-2,1 2 0,0 0-6,2-3 2,9 2-1,-12 1-5,0 0 3,-1-2-1,-2 0-5,5 2-2,-4 0 10,0 0-11,-2-2-1,0 1-7,-2-1 7,-1 2-2,-4-2 0,-1 2 0,-1 0-3,-2-2 2,-3 2 1,-2-1-7,-1 1 4,-1-1 9,-2 1-12,0-1 5,-4 1-3,7-1-1,-7 1 3,7 0-7,-7 0 6,0 0-5,0 0 4,0 0 0,5 0 1,-5 0-6,0 0 2,0 0 1,5 0-10,-5 0-6,0 0-12,0 0-15,0 0-15,0 0-17,0 0-16,0 0-16,0 0-15,0 0-20,0 0-25,0-3-25,2 1-10,-2 2-8,1-3-9,-1 3-129,0-5-375,0 3 166</inkml:trace>
  <inkml:trace contextRef="#ctx0" brushRef="#br0" timeOffset="32614.2802">4960 12032 52,'0'0'67,"0"0"5,0 0-3,0 0-12,0 0 7,0 0-6,0 0 1,0 0-3,-4-3-8,4 3-14,0 0 16,0 0-6,0 0 0,0 0-8,0 0 1,0 0 5,0 0-2,0 0-5,0 0-2,0 0 2,0 0-10,0 0 2,0 0 1,0 0-2,0 0 5,0 0-7,0 0-3,0 0 3,0 0 13,0 0-15,-6 7-7,6-7 3,0 0-3,-2 2 5,2-2-4,-2 1-6,2-1 7,0 0-4,-4 2 2,4-2-7,0 0 10,-3 1-9,3-1 4,-3 3-2,3-3 0,-4 2 0,4 0 0,0-2-5,-3 2 5,3-2-1,0 0 1,-2 3-1,2-3 4,-3 2 5,1 1-12,1 0 7,1 0-7,-2 0 5,1-1 0,-2 0-2,3-2-12,-1 2 7,1-2 0,-2 5 5,1-3-7,1-2 9,0 4-8,-1-1-3,1 1 2,0 0 5,-2-1-2,1 0-5,-1 4-4,1-5 9,1 2 1,-1-3-7,1-1 4,0 6-1,0-2-1,-2-4-4,2 0 5,-1 5-2,1-1 2,-2-1-1,2-1 0,0 2-1,-1-1 0,1 1 3,0-1 0,0 0 2,0-3-3,0 7 2,1-4-8,-2-1 7,1 3 1,1-2-3,-1 0 1,0-1 0,0-2-5,0 6 4,2-3 9,-2-1 6,0-2-7,1 5 3,-1-2-5,2 1 1,-2-2 5,1 1-11,0-1 3,-1-2 5,2 3-3,-2 0-5,0-3 2,1 3-2,1-1-1,-2-2 2,2 2-1,-2-2 5,3 4-6,-3-4-4,2 3 2,-2-3-1,2 2 6,-2-2-1,0 0-7,3 2 5,-3-2 9,2 2-6,-2-2-5,1 1 0,-1-1-5,0 0 5,0 0 2,3 3-5,-2-1 6,-1-2-6,0 0 5,3 2-1,-3-2-1,0 0 0,4 2-1,-4-2 2,3 2 0,-3-2-1,0 0-2,4 0 7,-4 0-4,3 2-3,-3-2 4,3 1-2,-3-1-4,0 0 3,0 0 0,6 1 6,-6-1-1,4 1-3,-4-1 1,0 0-1,4 1 1,-4-1-1,0 0-2,7 1-1,-7-1 0,0 0 3,3 1-4,-3-1 6,0 0 1,4 0-5,-4 0-2,0 0 2,0 0-1,0 0 5,0 0-8,0 0 7,9-1 7,-9 1-7,0 0-3,0 0 3,0 0-5,0 0 7,1-2-5,-1 2-2,0 0 1,0 0 4,0 0-3,0 0 2,0 0-3,4-2 1,-4 2 1,0 0 3,0 0-6,3 0 3,-3 0 1,4-2-1,-4 2 0,0-4-1,3 1-1,-3 3 4,0-3-5,3 1 6,-3 2-4,4-1 0,-1-1 3,-3 2-2,0-2 1,1-2-2,-1 4 3,3-5-4,0 4 3,-3 1-2,0-2 12,0 2-11,4-3 1,-4-1-3,0 4 0,0-3 3,3 1 1,-3 2-1,0-3-4,0 1 4,0 2 5,0 0-7,3-5 3,-3 5-2,1-3-3,1 1 6,-2-1-5,0 3 4,1-2-4,-1 2 1,0-5 2,4 3-2,-4 2 1,0-3-2,0 3 0,0-4 3,0 4 0,0-2-3,0 2 2,0-6 2,0 6-8,0-4 8,0 2-2,2-1-1,-2 3 2,0 0-4,1-4 4,-1 4-1,0-3 0,0 3 1,0-5 0,0 5 2,0-3-5,0-1 2,0 4 1,0-2-4,0 2 2,2-4-2,-2 4 3,-2-4 1,1 0 1,1 4 0,1-3-5,-1 0 11,0 3-9,0 0 3,0-4-5,0 4 0,0 0 5,0-4-1,0 4-4,-1-3 5,-1-1-2,2 4-2,0-6 3,-1 4-4,1 2 3,0-4 0,0 4 2,-3-5-4,3 3 2,0 2-3,0-4 3,-1 2 0,1 2-1,0 0-2,0-4 3,0 4 0,-2-4 0,2 4 4,0-2-6,0 2 0,-4-5 3,4 4-1,0 1 0,-3-3-3,3 3 6,-1-5-2,1 5 0,-3-2 2,3 2-5,-3-2-1,3 2 0,-3-3 6,3 3-2,-1-4-2,1 4-2,-3-3 3,3 3 1,0 0 3,0-3-3,-4 2 1,4 1-1,-3-2 3,3 2-7,0 0 2,-3-4 1,3 4-4,-4-1 4,4 1 0,-3-1-1,3 1 3,0 0-2,0 0-1,-7-1 3,7 1-3,0 0 2,0 0-2,-3-2 2,3 2-5,-4 0 1,4 0 4,-4-2-1,4 2 4,-3-2-7,3 2 4,0 0 3,-5 0-3,5 0-5,-3-2 3,3 2-2,0 0 1,-7 0 4,7 0-2,0 0 8,-6 0-8,6 0 0,0 0 3,0 0-3,0 0 0,-6-2 1,6 2-3,0 0 1,0 0 2,-5 2-1,5-2-2,0 0 3,-4 1-3,4-1 1,0 0-2,-3 2 4,3-2-2,-4 3-4,4-3-2,-5 1 3,5-1-6,-4 0 3,4 0-1,-4 3-3,4-3 0,-6 1 1,6 2-5,0-3-4,-4 3 3,1-2 0,3-1-3,-3 2-6,3-1-5,0-1-5,-4 4-3,3-1-8,-1 1-12,2-2-1,-2 1-7,2-3 1,-3 4 0,1-2-12,1 2 0,-2-2-9,2 1-9,-2 0-70,0 1-177,0 0 78</inkml:trace>
  <inkml:trace contextRef="#ctx0" brushRef="#br0" timeOffset="34336.5419">4649 10779 16,'0'0'100,"0"0"-5,0 0-4,0 0-5,0 0-2,0 0-4,0 0-5,0 0-9,0 0-1,0 0-9,0 0 5,0 0-10,0 0-1,0 0 1,11-4-3,-8 2 1,1-1-9,-1-1-2,1 2-3,-1-2 0,0 0-5,4-2-2,-3 1-7,-1 1 1,3-2-5,-1 0 1,-2-1-2,3 2-4,-3-2 0,-2 2 2,3 2-3,-1-4-5,1 2 2,-1-2-5,-1 2 5,0-1 0,1 0-4,-1 2 0,-1 0 1,0 0-3,2 0 0,-3 1 4,2-1-3,-2 0 2,1 2-3,-2-1-2,1 3 6,0-4-5,0 4 1,0 0 3,0-3-1,0 3-3,0 0 8,0 0-5,0-3-1,0 3 0,0 0-4,0 0 0,0 0 0,-6 7-2,6-4 6,-1 0-1,-1 0-3,2 1 8,0-1-3,0 1 2,-3 1 0,3-2-3,0 2 2,-1-1-4,1 2 1,-1-2 2,1 3 1,0-3 3,0-1-7,-2 4 5,4-3-4,-2 2 1,-2-1 1,2 0-3,2 0-1,-1 2 1,-1-2-1,1 0 0,-1-2 3,0 0 0,3 1 2,-3 1-5,0-1 0,0-1-2,2 0 4,-2 1-6,1 0 6,-1-2 0,1 1 2,1 1 1,-1-1-5,-1 0 0,0-1 1,0 0-4,0-2 5,3 5 1,-3-5-4,1 1 0,-1-1 2,0 0 1,-1 4-1,1-4-1,0 0-1,0 0 1,0 0-1,0 0 3,0 0 0,0 0 0,0 0 2,0 0 0,-1 3 3,1-3-4,0 0-2,0 0 4,-5 2 6,5-2 6,-4 0-8,4 0 0,0 0 1,0 0 6,-3 3 4,3-3-1,0 0 5,0 0-1,0 0 1,0 0 1,0 0-1,0 0-1,-4 0 1,4 0-4,0 0 1,0 0-2,0 0-3,0 0-4,0 0 6,0 0-5,0 0 1,0 0 0,0 0-6,0 0 3,0 0-1,0 0-3,0 0 1,0 0 0,0 0 0,0 0-3,0 0-3,0 0 2,0 0-1,0 0 2,0 0-1,0 0-1,0 0-1,11-3 3,-11 3-3,0 0-3,5-1 3,-5 1 2,4-1-2,-4 1 3,0 0-4,6-1 0,-6 1 0,0 0-1,4-1 2,-4 1-3,0 0 2,4 0-1,-4 0-1,0 0 1,0 0-2,0 0 0,0 0-8,0 0-12,0 0-5,0 0-13,0 0-7,4 2-17,-4-2-15,0 0-8,0 0-18,0 0-9,3 2-18,-3-2-11,0 3-84,0-3-245,0 0 109</inkml:trace>
  <inkml:trace contextRef="#ctx0" brushRef="#br0" timeOffset="46895.5824">4656 12127 40,'0'0'47,"0"0"-6,0 0-1,0 0 0,0 0 5,0 0-6,0 0 6,0 0-5,0 0 2,0 0-5,0 0 2,0 0 3,0 0 1,0 0-1,0 0-3,0 0 1,0 0-1,0 0 0,0 0-1,0 0-5,0 0 5,0 0-6,0 0 0,0 0 0,0 0 0,0 0 1,0 0-2,0 0-8,0 0 5,0 0-8,0 0 2,0 0-4,0 0 1,0 0 0,9-4-1,-9 4 2,2-3-2,1 2-4,-3 1 12,2-5-17,0 3 8,1 0-3,0-1 2,-2 0-1,2 0-12,0-1 4,0 3 3,-2-4 0,2 3 9,0 0-3,-2-1-7,2 1-1,0 0-1,-2-2 0,2 2-1,-3 0-1,3-2 0,1 0 1,-1-2-1,0 1 1,0-1 7,-2 1-8,3 2 0,-1-1 4,-3-2-1,3 4 1,0-3-4,-2 1 1,2-1 0,-3 1 4,3 1 0,-2-2-5,2 3 3,-3-1 1,1 1-4,-1 2-2,3-6 4,-3 6-2,0-2 2,0 2-1,0 0 4,0-2-3,0 2-1,0 0 2,0 0-4,0 0 2,0 0 1,0 0-1,0 0 0,0 0 1,0 0-1,-4 10 1,4-8-1,0 1-4,-1 1 1,-1 1-1,1-2 0,1 0-1,-2 2 0,1 0 4,1-1 2,-1 3-4,-1-3 1,2 2 0,0-1-1,0 3-5,-1-3 2,1 0 1,1-1 1,-1 4-1,0-3 1,2 1 1,-1 0 3,-1-2-7,0 2 0,0 0 1,1 0-1,2 0 5,-3 0 3,3-1-10,-3 3 8,1-2 0,-1-2-2,2 1 1,-2 0-3,1-2 1,-1 1-2,2 1-2,-1 0 3,-1 1-2,0-2 0,2 0 0,-1-1 0,0-1 6,-1 3 3,0-1 1,2-2-15,-1 1 3,-1 0 2,0-1-1,0-2 2,0 5 12,0-4-16,0-1 5,2 4-2,-2-4-2,1 4 1,-1-4-1,0 0 4,0 0-4,0 0 1,0 0 2,0 0-4,0 0 4,0 0-4,0 0 2,0 0 1,0 0-4,0 0 4,0 3 0,0-3-2,0 0 6,0 0-3,0 0-1,0 0 2,-1 3 0,1-3-4,0 0 1,-3 1 0,3-1 15,0 0-15,-6 1 3,6-1 1,0 0-4,-6 0-4,6 0 6,0 0 0,0 0-3,-9-1 2,9 1-18,0 0-3,-5 1 10,5-1 5,0 0-6,-7 0 3,7 0 1,-5 1 4,5-1-4,-6 0 1,6 0 4,0 0 2,0 0 0,0 0 2,-4 2-4,4-2-1,0 0 2,-6 0-3,6 0 9,0 0-8,0 0-4,0 0-2,0 0 12,0 0 0,-3 2 5,3-2-7,0 0 8,0 0 1,0 0-1,0 0 3,0 0-1,0 0 2,0 0-8,0 0 2,0 0 4,0 0 0,0 0-2,0 0 4,0 0-6,0 0-4,0 0 5,0 0-3,0 0 4,0 0-2,0 0 3,13-5 1,-13 5-5,4-1 1,-4 1-3,0 0 3,7 1-5,-7-1 0,5 1 4,-5-1-5,5 2 5,-2-2 7,-3 0 0,7 2-7,-3-2-11,-2 2 9,-2-2-2,0 0 1,7-1 1,-7 1 1,5 2-1,-3-1-4,-2-1 5,5 0-1,-5 0 1,0 0 2,7 0-2,-7 0 8,3 1-7,-3-1 3,0 0-5,0 0 3,7 0-3,-7 0-1,0 0 6,0 0-2,0 0-3,0 0 0,0 0-3,5-2 3,-5 2 4,0 0-5,0 0-2,0 0 5,0 0-3,0 0-1,0 0 3,0 0 1,0 0-3,0 0 2,5 2-1,-5-2 1,0 0 0,0 0-2,0 0-1,0 0 0,0 0 3,0 0-6,0 0 3,0 0 4,0 0-3,0 0-3,0 0 4,0 0 4,0 0-5,0 0 2,0 0-4,0 0 0,0 0 3,0 0 4,0 0-2,0 0-3,0 0 2,0 0 3,0 0-2,0 0 0,0 0-5,0 0 4,0 0-2,0 0 2,0 0-2,0 0-9,0 0-12,0 0-14,0 0-18,0 0-16,0 0-12,0 0-21,-8 3-9,8-3-19,0 0-103,-3 4-249,3-4 111</inkml:trace>
  <inkml:trace contextRef="#ctx0" brushRef="#br0" timeOffset="48394.1088">4349 10863 65,'0'0'89,"0"0"-1,0 0-2,0 0-6,0 0-5,0 0-1,0 0-6,0 0 0,0 0 1,0 0-14,0 0 3,0 0-4,0 0-7,0 0-4,0 0-3,0 0-1,0 0-7,0 0 1,8-5-6,-5 1-1,0 2 0,0-1-8,-2-1 0,2 0-2,3-2-3,-2 2-3,0-1 3,2-2 0,-2 1-2,2-1-4,-1 0 1,0-1 2,0 1-10,-2-1 4,1 2 0,-1 0 5,1-2-2,-1 2-5,0-1-1,0 0 0,-2 2 5,2 1 0,-2-2-1,1 2-3,-1 0 7,-1 0-6,2 0 4,-2 2-2,1 0-5,-1 2 2,0-6-6,0 6 2,0-4-2,0 4 5,0-1 3,0 1-4,0 0 1,0 0 1,0 0 0,0 0-5,0 0 6,0 0 1,-6 11-5,6-9 7,-1 2 0,0 0 1,-1 2 1,2-1-4,0 2-2,0 0-1,-1 0 2,-1 0-5,2-1 4,0 2 3,0-2 1,0 1 1,0 0-3,2 0-4,-1 1 2,-1-2-1,2 1 1,-1-2 0,-1 0 0,1 1-1,-1-2 8,2 2-10,-1-2 3,-1 2 1,2-2 0,-1 0-3,-1 0 0,0-2-1,0 2 4,0-1-6,1 0 7,1-1-7,-2-2 0,0 3 6,0-3-1,1 4-4,-1-4 2,0 0 3,0 2-4,0-2 7,0 3-4,0-3 1,0 0 1,0 3-1,0-3 4,0 0-8,0 0 7,-4 0 2,4 0-3,-6 2 3,6-2 1,-5 1 0,3 0 7,2-1-1,0 0 5,0 0 4,-7 0 6,7 0-3,0 0-3,-7 0 0,7 0-2,0 0 3,-4 1-3,4-1 4,0 0-1,0 0-1,0 0 1,0 0-4,-3 1 0,3-1 4,0 0-8,0 0 0,0 0-3,0 0 3,0 0-3,0 0-1,0 0-1,0 0 1,0 0-6,0 0 3,0 0-4,0 0 0,0 0-1,12-3-2,-12 3 3,2-1-2,-2 1-2,6-2 3,-6 2-3,4 0 1,-4 0 2,0 0-3,7 0 0,-7 0 0,0 0 4,4-2-3,-4 2 2,0 0-4,3-1 0,-3 1 0,0 0 0,0 0 0,0 0-2,0 0 4,0 0-6,0 0 3,4 3 0,-4-3 3,0 0-4,0 0 2,0 0 2,0 0-1,0 0 1,0 0-2,0 0 0,0 0 0,0 0-1,0 0 0,0 0 0,0 0 0,0 0 2,0 0 0,0 0 1,0 0-1,0 0-2,0 0 3,0 0-3,0 0 2,0 0 1,0 0-6,0 0 0,0 0-4,0 0-6,0 0-11,0 0-12,0 0-10,0 0-16,0 0-23,0 0-26,0 0-12,0 0-17,0 0-20,0 0-82,0 0-262,0 0 116</inkml:trace>
  <inkml:trace contextRef="#ctx0" brushRef="#br0" timeOffset="55721.934">4380 12169 66,'0'0'87,"0"0"-2,-4 2-1,4-2-2,0 0 6,0 0-3,0 0-6,-6 0-3,6 0-6,0 0-2,0 0-5,0 0-3,0 0-4,0 0-5,0 0 5,0 0-8,0 0-11,0 0 3,0 0-7,0 0 3,0 0-2,0 0-2,0 0 3,0 0-3,0 0-2,0 0 2,0 0 2,0 0-4,0 0-1,0 0-3,10-7-4,-10 4 0,4-3-4,-1 3 3,0-2-6,1 2 11,-1-1-7,0 0-7,0-1-3,2-1 0,-1 1-2,2-2 1,-3 1-1,1 0-1,0 2 1,-1-1-3,1-2 0,-1 3 5,1-1-1,-1 1-3,-3 1-2,3-2-3,-2 2 5,2-2-1,-1 3-1,-1-2 1,0-1 0,-1 2-6,2 1 4,-2 0 1,1-1-5,-1 3 5,0 0 3,0-5-4,0 5 2,0 0-3,0 0 2,0-2 0,0 2-1,0 0-1,0 0 6,0 0-1,0 0-2,0 0 1,0 0-3,0 0 1,0 0-2,-4 9 1,4-2 1,-1-2-5,-1 1 5,2 3-3,-3-1 2,2 0 0,1 0-1,0 1 2,-1 4-2,1-3-2,-2-4-2,2 5 6,2-1-2,-1 1-2,-1-3 1,1 2 1,1-1-21,-1 1 10,1 0-6,0 2-1,0-4 9,-1 1-1,-1-1 1,3 1 5,0 0-6,-2-2 1,1 0 1,-1-2 3,1-1-5,-1 1 11,0 0-2,-1-2-7,2 0 2,-1-1-2,-1-2 7,0 5-5,0-4 5,0-1-1,0 6 2,0-6-1,2 2 2,-2-2-2,0 0-2,0 0-4,0 3 5,0-3-3,0 0 6,-2 3-1,2-3 0,-4 1-3,1 1 0,0 0 2,-1 0 0,4-2 2,-6 3-1,2-2 1,1-1 3,3 0-6,-7 4 3,3-3 0,0 1-4,4-2 5,-6 1-1,6-1 0,-4 1-5,4-1 4,0 0 7,-3 1-2,3-1 1,0 0 1,0 0 6,0 0 4,0 0-9,-7 0 1,7 0 1,0 0-3,0 0 1,0 0 0,0 0 1,0 0-1,0 0-4,0 0 1,0 0-3,0 0 5,0 0-3,0 0 4,0 0-7,10-5 3,-10 5-2,7-1-2,-4 0-4,1-2 4,0 3 1,-4 0 1,6-2 0,-2 1 0,-4 1-3,9-1 1,-6 1-2,1 0 1,-4 0 3,5-1 0,-5 1-3,0 0 6,5-1-10,-5 1 7,0 0-6,0 0 3,0 0 1,4-2 1,-4 2-2,0 0-3,0 0 2,0 0-6,0 0-4,0 0-15,0 0-13,0 0-12,0 0-14,4 0-22,-4 0-20,0 0-12,0 0-12,0 0-104,0 0-253,0 0 112</inkml:trace>
  <inkml:trace contextRef="#ctx0" brushRef="#br0" timeOffset="57042.2287">4094 10651 23,'0'0'69,"0"0"-9,-7 0-8,7 0-3,0 0-4,0 0-3,0 0-4,-7 3 2,6-1-8,1-2 4,-3 3-6,1 0 4,0-1-10,0 1-4,2 0 5,-3 2-2,3-3-1,-4 1-8,4 2 1,-1-1 1,1-2 1,-2 2-7,2 1 2,0-1-3,0 0 0,0-1 7,2 1-6,-1 0-1,-1 0 0,0 0 0,0 0-2,3 0 0,-2-1 1,1 1 0,-1 0 4,-1 0-7,2-2 1,0 1 3,0-1 3,-1 1-12,2 0 9,-2 0-5,2-1 3,0 0 1,-2 0 0,-1-2-2,6 2-2,-4-1 4,-2-1-4,0 0 4,5 0-2,-5 0 1,0 0 6,7-1 1,-4-1-4,-3 2-10,4-2 5,-4 2 5,4-3-6,-1 0-2,0 1 2,-2 0 1,2 0 1,0 0-2,-1 0 1,0-1 6,0 2-5,-1-3-7,3 1 4,-4-1 0,3 1 0,-1 0-1,-1-1 0,0 1-4,1-2 3,-1 2-2,-1-1-2,2 1 7,-1-1-5,-1 0 0,0 2 6,0 2 4,0-6-4,0 2-8,-1-1 5,-1 0-2,2 1 1,-3 1 0,2-3 5,0 2 5,-1-2 6,-1 0-6,-1 1-5,1-1 4,1 1-3,-1 0-1,0 0 0,0-1 2,0 2 1,-1 0 1,3-1 0,-2 2-5,0 0 0,0-1 7,2 2-4,-1 0-2,2 2 1,-4-3-3,4 3-2,0 0 2,0 0 1,-10 5-5,9-1-10,-3 1-13,2 0-17,-1-1-2,1 4-20,0 0-12,1 0-12,-1 1-71,2 3-169,-1-1 75</inkml:trace>
  <inkml:trace contextRef="#ctx0" brushRef="#br0" timeOffset="64563.6732">4063 12224 47,'0'0'85,"0"0"8,0 0-2,0 0-5,0 0-7,0 0 8,0 0-3,0 0 1,0 0-8,0 0-5,0 0-4,0 0 2,0 0-2,0 0-8,0 0 4,0 0-3,0 0-4,0 0-1,0 0-6,0 0-6,0-2-4,0 2-2,4-4-1,-1 1-6,0 0 4,0 0-8,1-1-7,-1 1 0,1 0-1,-1-1 0,1-1-2,2 0-5,-1-3 3,1 2 1,-3 2-11,1-3 7,2 1-4,-2 1-1,-1-1 3,1-1-3,0 4-4,0-3 4,-1 3-2,0-5 1,1 4 0,-1 2-1,0-5 1,0 3 0,-2-2-7,3 4 2,-2-2 6,-1 1-6,1 0-1,0 1 5,1-1-3,-3 3-3,0-4 2,3 3 5,-3 1 0,0 0-7,0-5 2,0 5-1,0 0 0,1-2 2,-1 2 1,0 0-2,0 0 3,0 0-4,0 0 7,0 0-9,0 0 2,0 0-1,0 0-3,0 0 4,0 0 0,0 0-3,-2 8 3,2-8-2,-2 7 1,-1-2 3,-1 1-2,3 1-2,-1 1 0,0-1 9,0 2-10,1 0 2,-1 1 5,-1-1-1,3 0 0,-1-1-3,1 0 1,-1-1 1,-1 2-3,2-1 2,-1-1 2,2 2 1,-1 0-6,0-3 1,0 3 4,2-1-1,-1-1-11,-1 0 8,3-1 0,-2 2 3,1-2 1,1 1-6,-1-3 2,0 1 2,-1 0-4,1 2 4,0 0 0,1-2-1,-3 1 1,2-3 2,-1 0-5,-1 1 2,1-3-3,2 3 6,-3-1-2,0 1 3,0-4-11,3 3 10,-3-3 0,0 1-5,0-1 4,1 3-2,-1-3-1,0 4 0,0-4 6,0 0-2,0 0-7,0 0 1,-1 2 2,1-2 1,-3 4 2,3-4-4,0 0 2,-7 0 0,4 0 1,1 4-2,-1-3-2,3-1-1,-7 1 7,7-1 3,-6 1-7,3-1 4,3 0-2,0 0-2,-10 0 3,10 0 1,-4 0-4,4 0 3,0 0 0,-7 0 0,7 0 0,0 0 0,0 0 2,0 0-4,-6-2 1,6 2 1,0 0 3,0 0 7,-4 0-1,4 0-4,0 0 6,-3-3-3,3 3 2,0 0 0,0 0-1,0 0-6,0 0 2,0 0 3,0 0-4,-2-2-2,2 2 3,0 0-1,0 0-4,0 0 0,0 0-2,0 0 1,0 0 1,0 0 2,0 0 0,0 0 1,15 4 1,-11-3 4,1 0-1,-5-1-3,8 0 2,-4 1 0,2-1-4,-2 0 2,-4 0-4,11 0 6,-8 1-5,1 0 1,2 0-2,-6-1 7,7 0-5,-3 0-1,-4 0 0,7 2-2,-4-1 1,-3-1 4,0 0-2,7 0-1,-7 0-2,0 0 5,3 1-3,-3-1-3,0 0-2,0 0-6,0 0-4,0 0-6,0 0-7,0 0-19,4 0 1,-4 0-31,0 0-7,0 0-15,0 0-13,3 3-11,-3-3-15,-1 3-14,1-3-78,-2 6-245,1-3 109</inkml:trace>
  <inkml:trace contextRef="#ctx0" brushRef="#br0" timeOffset="66333.8887">3915 11965 47,'0'0'45,"0"0"1,0 0-4,0 0-7,0 0 5,0 0-11,0 0-11,0 0 0,0 0-1,0 0 5,0 0-2,0 0-4,2 9-2,-2-5 0,1 2-1,-1 0-2,1 3-4,2 0 0,-1-1 5,-1 2 4,0-4-10,2 4-1,-3 3 1,0-4 1,3-1-11,-3 4 6,2 1 3,0 1 0,-2-2 9,0 1-12,2-1 0,-1 2-1,-1 0-3,0-2 13,0 0-6,2 0 1,-4 0 6,2 0-16,0 0 11,0 0 0,-1-3-4,1 2 8,0 2-7,0-5 4,-2 5-6,2-3 10,-1-2-9,-2 2 0,3-1-1,0 1 8,-3-1-2,3 0-2,-4-1-4,3-1-4,-2 1 10,0 1-1,0-3-8,2 2 0,-1-1-2,0 1 6,0-2-3,-1-2 0,2 2 0,-2-1 5,3-2-5,0-1-2,-1 1 1,1 1-2,-2-1 3,2-1-2,0-2 3,-1 7-6,1-5 12,0-2-7,0 4-1,-3-3 2,3-1-1,0 6 5,0-6-5,0 3 5,0 0-1,0-1 6,0-2 10,0 3-23,0-3 1,0 4 5,4-2 10,-4-2 2,2 3-7,-1-1 4,-1 0-6,4 0 8,-1-1-6,-3-1-6,4 3 7,1-1 16,-1-1 1,1 0 5,1 0-6,0 2 0,-1-3-12,4 2 5,-4-2 6,3 1-4,0-1 6,0 2 3,2-2-6,-3 0-1,2 1-5,-1-1-2,-1 0 0,3 0 3,1 0 2,-1 0-9,0 0 3,-1 0 1,0 0 0,1 0-5,2 0 1,-3 0 3,5 0-7,-4 0 6,4-1 3,1 1 3,-3 1-4,2-2-3,0 2-3,-1-1 1,0 0-2,1 0 4,1 0 2,-1 1 0,-1-1-1,0 2-8,-1-2 7,3 2-10,-6-2 7,5 0-2,-1 2-3,1-2 0,-1 1 5,-3-1-6,2 0 1,0-1-1,2 2 0,-2-2-4,0 1 4,0-2 5,0 1-6,-2 1 1,2-2 0,2 1 5,-1 1-3,0-1-5,1 1 1,-4-1-3,1 0 4,2-1 2,-4 2-5,4-2 2,1 2 1,-4-3-5,1 2 5,1-1-1,0 0-11,2 0 17,-4 1-1,0 0-7,-3 0 1,4 0 0,-1 1 2,0-1-2,0 1 3,0-1-9,-2 2 7,2 0 1,0-1-2,-2 2-4,2-2-1,0 1 10,-1 0-7,3 1 3,-2-1-3,3 0 3,-2-1 1,0 0-1,-1 1-2,4-1 12,-4 0-11,-1 1 0,5-1 0,-6 0 2,2 1-2,0 0 0,-2-1-1,2 2 8,1-4-18,-1 4 19,0-2-8,1-2 5,-2 2-1,-1-1-2,2 0-4,0 1-1,1 0 4,-1-1 2,0 1 0,-3 0-3,4 0 1,-2-1-6,-1-1 9,2 2-4,1-2-6,-1 1 7,-3 1 4,3-1-6,0 1 4,-3 0-3,0 0 1,4-1-4,-2-1 4,-2 0 0,1 1 1,-2 1 4,1 0-6,-3 0-4,2 0 6,-6 0-3,7 0 1,-7 0 3,7 0 0,-7 0-6,6 0-1,-4 1 3,-2-1 0,0 0-1,0 0 2,7-1 2,-7 1 3,0 0 0,0 0 2,0 0-18,6 0 9,-6 0 5,0 0-3,0 0-3,0 0-9,0 0 7,0 0-9,0 0-4,0 0-12,0 0 0,0 0-6,0 0-15,0 0-8,0 0 0,0 0-17,0 0-9,0 0-10,0 0-74,4-2-182,-4 2 81</inkml:trace>
  <inkml:trace contextRef="#ctx0" brushRef="#br0" timeOffset="67170.1067">5284 11919 35,'0'0'46,"0"0"2,0 9-3,0-9 0,-3 6 0,2-1 9,1-1-15,-1 2 1,-1 1 3,2 1-5,-1 0-7,-1-3 5,2 4-5,-1 0 1,1 3 10,0-2-1,-3 1-1,3 1-4,0 0-8,0-3 3,0 2-7,0 2 1,0-1-2,0 2-9,0-1 15,2-3-13,-1 2 4,-1 1 2,0-1-13,1 0 2,1 0 6,-1 0 1,-1 0-3,2 1-2,-4-5 7,2 6-7,2-2 5,-1-3-8,-1 3 0,0-3 6,1 2-3,1-1 1,-1 1 1,-1-2-7,0-1-1,0 0-3,2 1 4,-2 0 3,1-1-2,-1-1 1,0 0-3,2 1 10,-2-4-4,1 2-1,0-1-3,-1-1 2,0-1 0,2 1-8,-2-1 0,1 3 2,-1-2 1,0-1-6,0 0 5,0 0 1,2 1 0,-2-1-1,2 0-4,-2 1-2,0-1 4,0-1-1,0 1-4,0-3 5,0 0 3,0 6-2,0-5-1,0 3 1,0-4-10,0 5 15,0-5-16,0 0 0,0 3 10,0-3-6,0 5 4,0-5-1,0 2 2,0-2 2,0 3-4,0-3 1,0 4-6,0-4 8,0 5-1,0-5-3,0 3-2,0-3 2,0 3 2,0-3-8,0 3 6,0-3 2,0 0 3,0 3-1,0-3-2,0 0-5,0 3-2,0-3-9,0 0-6,0 0-11,0 4-14,0-4-12,0 0-9,0 0-16,0 0-23,0 0-55,0 0-175,0 0 77</inkml:trace>
  <inkml:trace contextRef="#ctx0" brushRef="#br0" timeOffset="69462.2607">3577 12154 3,'0'0'80,"-3"-2"-4,3 2-3,0 0-7,0 0-3,0 0-1,0 0-5,0-4-8,0 4-3,0 0 9,0 0-13,0 0-5,0 0-4,0 0-4,0 0 3,0 0 1,0 0-12,0 0 0,-8 5 3,8-5-3,-3 2-12,0 2 9,2-2-4,-2 1-3,0-1 5,3 3-4,-3-2-5,2 1 8,-2-1-7,0 3 4,3-2 5,-4 0-4,4 2 1,-3-2-11,3 1 3,-3 0-4,2 3 8,1-3-3,0 1-2,0-1 9,0 2-7,-3-3 4,3 1-4,0 1 3,0 2-7,3-2 2,-3 1 4,0 1-5,1-3-10,2 3 11,0-2-4,-3 2 9,3-3-5,-2 1 1,-1-2-8,0 1 3,3 0 0,-3 2 0,4-4 1,-4 3 3,3-3-4,-3 1 0,3 0-4,0-1 21,-2 0-13,2 1-7,0-1 0,0-1 5,-2 0-8,3 1 11,-2-1-5,-1-1-5,3 1 6,-4-2 3,3 3-8,0-1 4,0-2 4,-3 0-10,5 2 5,-5-2 0,0 0-1,9 0 3,-9 0 3,7-2-2,-4 0-2,-3 2-8,7-1 14,-3-1-7,-1 1 4,1-1-2,-1-1 5,0 1-7,2-1-2,-2 0 15,0 2-11,1-3-5,-1 1 4,1 0 10,0-1 0,-1 0-19,2 1 14,-3-2-5,1 2 2,1-5-3,-1 4-5,0-2 8,1 1-4,-2-2-1,-1 0 2,0 1-4,2-2 10,0 4-3,-3-2-5,0-1 6,2 2-3,-2 0 3,-2-2 0,4 0 0,-2 2-7,-2-2 7,2-1-5,0 3-3,-3-4 7,0 4 0,2-2-1,-2 0 1,-1 1-2,4-2 8,-3 3-7,0-1-5,1 2 3,-1-1-3,1-2 17,-3 1-4,2 2 0,0 0 6,0 0 6,0 0 2,1 1-9,-3 1-4,3 1-4,-3-4 4,1 4 6,1-3 5,1 2-1,-1 0-5,-2 1 6,5 1-3,-5-5-3,2 5 6,3 0-9,-4-4 9,4 4-5,-3 0-5,3 0 0,-4-1-9,4 1 6,0 0 0,0 0-6,-9 1 8,9-1-6,-5 3 4,2-2-6,-1 3-6,2-2 9,-1 0-6,1 0-4,0 2 8,-1-1 0,-1 0-4,4-1 8,-3 3-7,-1-1-5,4 0 3,-3-1 3,-1 2 1,1 0 0,0-2-6,3 1 4,-1 1-2,-2-1-1,0 1 7,3-1-8,-1 2 15,-2-2-19,3 2 3,-3-2-3,3 0 3,0 1-1,0 0 3,0 0-2,0 0-3,0 0 8,0-1 5,-3 2-14,6-1 1,-3-1 9,0 2-3,0 0-7,3 0 1,-3-1 7,3 0 0,-2 0 3,-1 2-7,3-1 3,-3 1-4,0 0-5,4-2 7,-4 1-4,3 1 3,-3-4-4,3 3 7,0 1-13,-2-3 11,2 2-7,-3-4-4,4 0 11,-2 4-6,-1-4 2,3 0 0,-1 2 0,-1-1 2,2 0-6,-3-1-3,2 0 10,-3-2-9,6 3 8,-5-3 7,-1 0-10,7 2 3,-3-2-3,-4 0 1,7 0-1,-7 0 6,7-1-3,-4 0 0,-3 1 0,7-3-3,-4 3 2,1-2-5,-1 1 5,1-1-2,-1 0-3,1-1 5,-1-1-5,0 1 0,1 1-2,-1-1-1,0 1-2,-2-1 0,2 1 4,1 0-1,-2-3-4,-1 3 5,3-2 0,-1-1-3,-3 0 5,2 3 1,-1-3-4,3-1-5,-4 2-1,0 0 11,2-4-4,-1 3-2,-1-3-1,1 2 12,-1-2-10,0 1 3,3-2 0,-6 1 6,2 0-3,-2 0 3,3 1-7,-3-2-2,2 3 5,-2-2 2,0 0 2,3 0-6,-7 1 14,5-1-9,-3 2 1,0-2-5,0 0 8,1 2-8,0 0 1,-2 0 3,2 2 7,1 1-4,-1 0-1,0-1-5,0 3 0,-1-1-11,1 1-10,-1 0-19,-1 3-12,0 0-1,1-1-72,-5 4-142,0 3 63</inkml:trace>
  <inkml:trace contextRef="#ctx0" brushRef="#br0" timeOffset="89104.1134">6790 11192 1,'0'0'117,"0"0"-2,0 0-9,0 0-4,0 0-1,11-6-11,-11 3-2,6 1 2,-5-1-9,2 0-5,1-2-8,-1 3-4,-3-3-12,3 0 0,3-1-5,-2-1-5,0 1 0,2-2-11,-2-1-3,2 1 2,-1 1-6,1-2-3,-2 4-1,0-3-1,2 2 1,-3 0-2,2-1-6,-2 1-6,0 0 5,-2 2 0,2-3 5,0 5-3,-3-3 10,3 1 1,-3 1 4,0 3-5,1-1 4,-1 1 3,3-2-6,-3 2 6,0 0 0,0 0 0,0 0-4,0 0 1,0 0 9,0 7-2,-1-2 9,-1 1-4,2 3-1,0-2 1,-1 3-3,1-1 1,-3 3-8,3 0 1,-3-1 3,3 2-10,0-1 2,2 0 0,-1-1-1,0 1-6,1-2 3,-1-1-4,1 0-4,1-1-1,-1 2 1,1-4-3,1 1 0,-2-2 1,1 2-3,-2-3-1,2 1-4,-2-1 4,1-1-5,-2 0 3,1-1 3,0 0-5,-1-2 3,3 3-1,-3-3-1,0 0 3,0 0 1,0 0 1,-3 5 0,3-5-6,0 0 1,-4 1-1,4-1 0,0 0-1,-5 0 0,0 1 0,5-1 8,0 0 4,-8-3-1,4 3-2,4 0-4,-9-2 2,4 1 6,0 1 4,0-1 6,5 1 8,-7 0 5,7 0 1,-6-1-1,6 1-3,0 0 9,-7 0-7,7 0-1,0 0 9,0 0-11,-3-2-3,3 2-3,0 0-5,0 0-1,0 0-2,0 0 2,0 0-3,0 0 4,0 0 6,0 0-10,0 0-4,16-1-1,-11 0-4,1 0 3,-2 1-2,5-1-4,-4 1 4,-5 0-9,10-2-12,-6 2-14,2 2-13,-2-4-17,3 1-19,0 1-22,-7 0-32,7-2-22,0 2-12,-1-2-30,-2 1-15,3-1-22,-1 1-127,-2 1-384,2-2 169</inkml:trace>
  <inkml:trace contextRef="#ctx0" brushRef="#br0" timeOffset="90021.2781">7087 11163 69,'0'0'122,"0"0"-7,0 0 2,0 0-3,0 0-12,0 0-7,0 0-1,0 0-2,0 0-10,9-8-10,-4 5-4,-2 1-2,1-4-9,3-1-6,-1 0-5,-2 1-3,3 0-4,0-3-8,2-1 4,-5 4-11,2-2 6,-1 1-5,0 0-5,0 0-5,-2 2 5,0-2-3,0 2-3,-1 1-5,0 1 10,-1 0 2,1 1 0,-2-2-3,0 4 8,1-3-7,-1 3-1,0 0-1,0 0 2,0 0 0,0 0-8,0 0 0,0 0 2,-3 11 0,3-6-1,0 4-7,-1-2 9,-1 2-4,2-2 1,-1 2-3,0-1 8,2 0-8,-2 1 1,2-1-1,0 1 0,-1 0 1,2 0-1,-1 1-5,2 1 3,-3-3 0,3 1-1,-3 0-8,1 0 11,2-3-5,-2 2-1,1-3 2,-1 1 0,-1-2-4,3 1 3,-3-1-7,2-1 9,-1-1-2,-1 1 2,0-3-4,0 6 1,1-5-1,-1-1 3,0 0-7,0 0 2,0 0 1,0 0 2,-5 2 0,5-2 5,0 0-5,-6 0-4,6 0 4,0 0-12,-10-2 14,5 2 0,5 0 1,-7 0 7,7 0-1,-5-1 8,5 1-5,0 0-1,-7 0 11,7 0-5,0 0 2,-5 0 1,5 0-2,0 0 0,0 0-1,0 0 1,0 0 0,0 0-4,0 0-3,0 0 0,0 0-2,0 0 1,0 0-6,0 0-1,0 0 5,0 0-1,11-5-6,-7 4 7,-4 1-4,7-2-18,-3 2-20,1-1-16,-1-1-13,0 0-13,3 1-20,-1 0-17,-1-1-22,1 0-19,1 1-7,0-2-111,-3 1-292,2-1 130</inkml:trace>
  <inkml:trace contextRef="#ctx0" brushRef="#br0" timeOffset="90652.9646">7366 11151 64,'0'0'175,"-3"-3"1,3 3-10,0 0-18,0 0-16,3-4-14,-1 1-5,0-2-16,3-1-8,-3 2-10,3-3-6,-1 0-3,0 1-9,0-3-5,2 3-5,-2-2-7,0 0-3,-1 2-9,1 0-2,-1-2 0,0 3-2,1-2-4,-1 5-4,-3-3 0,1 2 2,2 1 1,0 0 1,-3 1 0,0 1 4,0 0-2,0 0 0,0 0 1,0 0-1,4 8-2,-4-2 2,0 2-1,0-1 3,-2 2-4,4 3-1,-2-1 0,0 1-3,3-1-2,-3 2 0,2-2-5,0-3 0,1 0-2,-3 2 1,7-3-3,-7 3 2,3-2-3,1-1 0,-1 1-5,1 0-3,-1-2 6,0 1-2,-2-4-1,2 1 1,-1 1 2,-1-1-1,2-1 0,-2 0-4,-1 0-1,2-2 6,-2-1-4,1 5 5,-1-5-2,0 0-3,0 2 2,0-2 0,0 0-5,-7 0 3,7 0 1,-7 0 3,7 0-3,-7-2 11,7 2 4,-10 0 1,7 0 2,3 0 4,0 0-1,-7 0 1,7 0 3,0 0 0,-7-1-4,7 1 6,0 0-6,0 0 0,0 0-2,0 0-1,0 0-3,0 0-3,0 0 1,0 0-8,0 0 4,0 0-1,0 0-3,0 0 2,0 0-8,0 0-7,17 0-15,-13-2-20,2 2-23,-6 0-20,10-2-30,-6 1-29,3-1-21,3 0-23,-2 1-22,1 0-123,-5-1-357,4 1 158</inkml:trace>
  <inkml:trace contextRef="#ctx0" brushRef="#br0" timeOffset="91648.5984">7646 11024 31,'0'0'143,"-4"5"4,3-3-10,-2 2-3,0 1 3,2-1-14,-2 3-1,0-2-7,3 3-5,-3-1-5,3 1-9,0 1 0,0 0-15,0 0 6,0-1-6,0 0-9,3 0-5,-3 2 2,0-2-4,3-1-5,1 3-4,0-5-3,-1 3-6,3-1-4,-2-1-5,3-1 2,0 0-3,-1-2-5,-1-1-5,2 2-3,2-4 0,-5 2 5,5-2-6,-1 0-5,-1-2-2,0-1 0,2 1-2,-2-2-1,0-1 1,-2 0-2,2 0 0,-2-2-4,3 0 3,-4 1-1,-1-1-3,1-1 2,-1 2 0,-3-3-4,0 2 4,-3-2-4,3 1 1,-4-1-3,1 0 5,0 2 9,-1-1 2,1 0 1,-4 1 7,3 0 2,-2 1 0,1-1-4,-2 3-2,1-1-1,-1 2-5,-1 0 8,-1 0-11,4 0-3,-2 2-3,2 1-1,-2 2 1,0 0-5,0 1-6,0 1-14,-1 2-11,2-1-18,0 4-15,1 0-20,-1-2-18,-1 3-28,4-1-12,-1 1-37,1 2-10,-1-3-20,1 3-110,3-2-341,-3 0 151</inkml:trace>
  <inkml:trace contextRef="#ctx0" brushRef="#br0" timeOffset="92894.2958">7370 11569 81,'0'0'120,"0"0"-12,0 0-6,0 0-6,0 0-3,0 0 1,0 0 1,0 0-14,0 0 0,0 0-7,0 0-3,0 0-2,0 0-3,7-6-6,-4 1-6,0 0 6,3-1-11,-1-1-4,0 1-6,0-1-2,1 0-2,-1-1-9,0 2 6,0-3-8,-1 2-1,-1 1 1,2 0-8,0 1 2,-5 0-9,4 1 5,-4-1-1,3 3-6,-3-2 12,3 2-2,-3 0 5,0 2-4,1-4-6,-1 4 2,0 0 1,0 0 0,0 0-2,0 0 0,-1 14-1,1-8-2,-3 3 6,3-1 1,0 2-5,0 1 2,0 2-3,-3 0 3,3-1 0,3-2 0,-3-1-2,3 0-4,-3 3 2,4-3-2,-1 1-6,0-2 1,-2 2 1,2-4 0,3 2 3,-5-1-4,3-1 0,-1-2 1,3 3 2,-3-3-6,-2-2 2,-1 1 1,3-1-3,-2 1-2,-1-3 7,2 5-2,-1-4 0,-1-1-1,0 4 1,0-4 3,-4 0-10,0 2 5,-2-1 2,3 0-3,-1-1 0,-2 0 6,6 0 2,-11 0 5,8 0 4,-4 0-1,7 0 6,-7 0 1,7 0 7,-3 0-6,3 0 1,0 0 2,0 0-4,-7 0-2,7 0 0,0 0 0,0 0-4,0 0-5,0 0 4,0 0-3,0 0-2,0 0 4,0 0-5,0 0-1,0 0-2,0 0-4,17 0-13,-14-1-10,-3 1-19,10 0-26,-6-3-23,0 3-26,2 0-17,-3-3-15,1 2-16,2 0-21,-2-1-94,0 1-300,3-1 134</inkml:trace>
  <inkml:trace contextRef="#ctx0" brushRef="#br0" timeOffset="93490.7937">7621 11576 54,'0'0'175,"0"0"-5,0 0-11,0 0-8,0 0-8,0 0-19,4-5-11,-1 3-5,0 0-13,0-2-2,1-1-12,0 0-10,0-2-8,2 0 0,-2 1-9,-1-3-7,1 2-2,-1 0-4,0 0-3,1-2-5,-1 1 0,1 3-5,-1-4 0,1 2-7,-2 0-2,-1 4 1,0-3 1,1 2 0,-1 2 1,-1-1 2,2 1 4,-1 0-4,-1 2-1,0 0 1,0 0-4,0 0 1,0 0 0,0 0-7,0 14 2,-1-9 0,1 3-1,0-1-1,0 2-2,0 0 3,0 3-6,1-1-1,-1-2 0,2 0-2,0 0 1,0-1-1,-1 0-1,2 0 0,-2-2 2,2 3-2,-1-1-4,-1-3 0,0 0 4,2 1-1,-3 1 1,3-4-4,-2 0 3,1 2-1,-2-3-2,1 0-2,-1 1 7,0-3-1,-1 5-2,1-5 4,-3 2-5,3-2-1,-4 1 3,4-1 6,-3 3 8,3-3 1,0 0 5,-6 2 2,6-2 0,0 0 1,-2 2 0,2-2 0,0 0-3,0 0 1,0 0-2,0 0-1,0 0-4,0 0 1,0 0-5,-3 1 2,3-1 0,0 0-3,0 0-2,0 0-2,0 0-1,0 0-2,0 0 2,0 0-14,15-5-16,-15 5-13,6 0-13,-3 0-23,-3 0-31,8 0-23,-4-1-31,-4 1-19,7-2-22,-4 2-143,-3 0-368,3-1 163</inkml:trace>
  <inkml:trace contextRef="#ctx0" brushRef="#br0" timeOffset="94464.6742">7142 11548 90,'-3'5'159,"2"-1"-9,-5 1 0,6 2-9,-1 0-1,-2-1-13,3 3-3,-3-2-3,3 1-9,0-2-10,0 1-10,0-4-7,3 4-6,-3-2-4,4 0-1,2 1-4,-5-2-7,2 1-2,4-2-7,-4 1-9,1-2-4,2 0 1,-2 0-4,2-1-4,-1-2 2,1 2-8,-6-1 1,10-3-2,-6-1-7,3-1-5,0 1 7,-1-1-5,-2-1-3,2-1-2,-1 0 0,-2 0 0,1-1-3,-2 1 0,-1-2 1,2 2-1,-3 2 4,-1-2-11,-1-2 6,-1 1 0,-1 2-1,1-1 6,-2 0 10,-1 1 2,2 2-3,-2 1-3,2 0 2,-2 1-7,-2 0-3,-1 2 2,0 2-5,0 0 0,-1 1-7,3 1-11,-4 3-8,1 1-17,0-1-16,0 2-16,3 1-24,-1 0-21,4-2-22,-1 3-2,0-2-14,3 0-15,-2-1-6,3 2-100,-1-1-295,-1 0 131</inkml:trace>
  <inkml:trace contextRef="#ctx0" brushRef="#br0" timeOffset="95311.6485">6846 11557 30,'-4'1'90,"4"-1"0,0 0 0,0 0-1,-7 0-5,7 0-5,-3 3 8,3 1-3,-4-1-1,3 1-2,-1 1 2,-2-2 2,1 3 0,2 0-5,-2 0-5,0 0-5,3-1-5,0 1-9,0 1 6,0-3-9,0 2-4,0 3 1,3-4-5,-2-2-6,1 4 0,-1-2-4,2 0 1,-3-1-5,6 0-6,-2-2-2,0 2-2,0-1 6,2-1-9,-2 0 3,-1-1-5,1 1 0,3-2-2,-1 0-2,-6 0-2,8-2 8,-2 0-2,-2 0-5,0-2-2,1 1-4,0 0 7,-2-1 2,3 0 0,-2-1-4,0 0 2,2-4 0,-3 4 4,-1 0 9,1 0 1,-1-3-2,-1 3 2,-2-2 2,-1 3 7,4-3-2,-4 1 6,-1 1 4,1-3-3,-3 3-3,1 0 4,1 1-10,-1 0-1,0-1 1,-2 3-3,2-1-4,-3 0-2,1 3-5,-1-2-2,2 2-1,-1 0-2,0 2-3,1-2-7,-1 2-10,1 1-19,-1 1-12,0 2-11,1-2-16,-1 3-16,0 0-25,2 0-12,1 0-12,-1 0-22,4 1-6,-3 1-13,3 1-128,-3-1-324,6-1 144</inkml:trace>
  <inkml:trace contextRef="#ctx0" brushRef="#br0" timeOffset="95999.7685">6758 11862 169,'-5'-1'185,"5"1"-13,0 0-8,0 0-7,0 0-11,0 0-8,0 0-12,0 0-12,0 0-9,0 0 15,0 0-16,0 0 9,0 0-6,0 0-6,22 3-11,-10-1 0,2-2-9,0 0-4,2 0-6,6 0-5,2 0-1,-3 0-2,3 0-6,0-2-5,0 4-4,2 0-2,-1-1-7,2 1-2,-2-1-4,3 1-4,-1 0-2,0-1-3,1 2-1,-3-2 3,2-1-5,-3 0-1,4 1-3,-4-1-1,0 0 0,0 2 1,3-4-5,-2 4 1,-1-1-2,0-1-1,0 1 3,1 0-1,-1-1-4,-3 1 1,3-1-2,0 3 1,0-3 0,-1 0-1,-1 1-3,2-1-2,-4 0 3,5 1 0,-5 1-1,1-2 1,-4 0-2,0 1 4,0 0-4,-2-2 2,2 0-3,-3-1 5,-1 2-7,-2-1-1,2 1 2,1-1 2,-3 1-1,-4 0-2,3 0 3,-3 0 0,0-1-6,-1 1 1,-2 0 3,0-2-3,-4 2 5,7 0 1,-7 0-2,6-1-5,-6 1 4,0 0-1,6 1 4,-6-1-13,0 0-3,0 0-11,0 0-9,0 0-9,5-1-10,-5 1-11,0 0-13,0 0-12,0 0-13,0 0-15,0 0-9,0 0-17,0 0-17,2-3-12,-2 3-13,-2-3-147,2 3-356,0 0 157</inkml:trace>
  <inkml:trace contextRef="#ctx0" brushRef="#br0" timeOffset="108693.6207">7693 12130 47,'0'0'79,"0"0"5,0 0-8,0 0 7,0 0-2,0 0 6,11-6-11,-9 5-13,0-1 5,1-3 5,-1 1-16,0-1-9,1-1-6,0 1 7,0 0-4,1-2-3,-1 2 3,-2 0-12,2 1-3,1-1 3,-2 0-2,-1 0 9,3 3-13,-2-2 6,-1 0-6,2 1-2,-3 0 8,1 2-8,2-2 0,-3 3 3,0 0 3,2-3 1,-2 3-3,0 0 5,0 0-3,0 0-5,1 10-3,-1-7-1,0 2 1,0 1-2,0 2-1,0 0-6,0-2 8,0 0-5,0 3-5,0-1-1,1 1 0,2-3-2,-3 3-1,0-1-3,3-1 3,-3 1 4,4 0-3,-4 2-8,3-5 9,-3 1-2,0-1-7,3 2 0,-2-3-1,-1 0-1,0 0 6,0 0-6,0 0 3,0-2 1,0-2-1,3 4 1,-3-1-4,0-3 1,0 0 6,-3 4-4,3-4-4,-4 0 1,4 0 0,0 0 3,0 0 8,-10-1 0,10 1-1,0 0 7,-7-2-1,7 2 5,-3 0 4,3 0 2,0 0-1,-4-1 5,4 1-4,0 0 3,0 0 4,0 0-2,-5-1-4,5 1 0,0 0-3,0 0-3,0 0 1,0 0 17,0 0-8,0 0 0,0 0 1,0 0-7,0 0 1,0 0 0,0 0 6,0 0-8,0 0 1,0 0-4,15-2-3,-15 2-1,0 0 1,7 0-5,-3-1-2,-4 1 2,7 1-2,-7-1 1,6 0-4,-6 0-1,4 0 4,-4 0-5,7-1-1,-7 1-1,6 0-2,-6 0-9,3-3-6,-3 3-9,0 0-9,0 0-14,4-1-15,-4 1-18,0 0-18,0 0-23,0 0-17,4 0-16,-4 0-17,0 0-11,0 0-119,0 0-323,0 0 144</inkml:trace>
  <inkml:trace contextRef="#ctx0" brushRef="#br0" timeOffset="111044.6517">7470 11201 15,'0'0'44,"0"0"-2,0 0-3,0 0-6,0 0 0,0 0-6,0 0-14,0 0-5,0 0-1,0 0-12,0 0-5,0 0-14,0 0-13,0 0-41,0 0 18</inkml:trace>
  <inkml:trace contextRef="#ctx0" brushRef="#br0" timeOffset="111525.9179">7439 11545 10,'0'0'11,"0"0"-8,0 0-5,-2 3-2,2-3-4,0 0 2</inkml:trace>
  <inkml:trace contextRef="#ctx0" brushRef="#br0" timeOffset="115207.3904">7473 12071 31,'0'0'129,"0"0"-11,0 0-1,-3-7-3,3 7 2,0 0-16,0 0-9,0 0 5,0 0 2,0 0-2,0 0-2,0 0-5,-11 7-9,8-6-2,3-1-8,-4 4-2,1-2-5,3 0-2,-3 0-2,-1 2-8,4 0-4,-3 2 3,1-1-3,0-1-6,-1 3-4,0-4 1,2 2 2,0-2-7,-1 0-5,2 2-1,-3-1-5,6 0-2,-3 1 2,0-1-4,0 1 0,0-1-2,0 2-1,0-3-7,0 2 0,0-2-1,2 2-2,-1-3 3,3 2-3,-1 0 0,-3-2 3,4 2-1,-1 0 0,-1 0-1,0-2-5,1 2 1,0-3 3,-2 1-3,2 0-3,0-1 5,-3-1 2,7 0-5,-1 0-3,-6 0-1,5-2 2,-5 2-6,6 0 1,-6 0-1,7-3 1,-7 3-2,4-2 2,-1-1 1,1 1-2,1 0 3,-1 0 2,-1 0-3,-1 0 2,1-2 5,0 1-2,1-2 3,-2 3-5,-1-1-2,2-1 1,0-1 3,-2 2-5,2 0 4,-3-1 1,1-1 1,-1 1-2,2-2-1,-1 1 5,-2 1-1,2 0 1,-2-1-1,-1 1-1,2-2 0,-1 2 4,0 1 6,-1-2 0,-1 0-3,2 2 3,-2-1-1,0-1-1,-1 0 1,1 1 1,-1 0 5,1 1-3,0 0-4,-1-1 1,-1 1-3,2 1 0,-3 1 5,2-2 2,-2 1-7,2 0 2,0 1-1,-2 1 0,6 0-3,-10 1-5,6 0 3,-2 1-10,2-1 1,-1 2-6,0-2-8,0 2-14,0 0-9,0 2-8,1 3-17,1-2-22,0-2-6,0 1-19,3-1-11,-3 1-9,3 2-16,0-4-6,-1 4-88,1-3-263,0-1 117</inkml:trace>
  <inkml:trace contextRef="#ctx0" brushRef="#br0" timeOffset="116410.6334">7170 10807 92,'0'0'112,"0"0"-9,0-3 1,0 3-3,0 0-3,0 0-2,0 0-3,0 0-8,0 0 2,0 0-3,0 0-12,0 0 0,0 0-2,0 0-9,0 0-2,0 0 12,0 0-10,-4 9 1,4-4-7,0-2-3,0 2 0,-1 0-10,-1-1-3,2 0-2,0 0-4,0-2-2,0-2-5,0 6 0,-1-2 0,1 1-6,-3-2-1,6 2 1,-6-2-6,3-1 2,0 2-3,0-1-1,0 0 1,0-3-5,0 4 0,0-4-1,0 4 1,0-4-3,0 0 1,0 3-1,0-3 0,0 0-2,0 0 0,0 0-4,0 0 3,0 0 1,0 0-2,0 0 0,0 0-4,0 0-2,0 0 2,4-8-7,-4 5 2,0 3-5,2-6 1,-1 3-2,-1 0 2,0 0-2,2-2 5,-1 3-3,-1-1 3,0-1-1,-1 1-6,2 0 2,0 0 1,-1-1-1,0 2 6,0 2-1,2-4-3,-2 4 4,0-3 2,0 3 3,0 0 6,0-3-7,0 3-3,0 0 0,0 0-3,0 0 6,0 0-2,0 0-1,0 0 3,0 0 3,0 0-5,0 0 4,0 0 1,-2-4-8,2 4 3,0 0-5,0 0 1,0 0-6,0 0-7,0 0-9,0 0-18,0 0-10,0 0-12,-4 11-19,3-8-13,-1-1-13,1 1-100,-2 1-235,3 1 105</inkml:trace>
  <inkml:trace contextRef="#ctx0" brushRef="#br0" timeOffset="119475.5903">7187 12087 28,'0'0'35,"0"0"-5,0 0 5,0 0-4,0 0 5,0 0-1,0 0 1,0 0 4,0 0-5,0 0 6,0 0-4,-7 0 8,7 0-7,0 0 0,0 0 0,-4 6 5,1-4 0,3-2 7,-3 1 1,3-1-4,-4 3 0,4-3 1,-3 4 10,3-4-10,-1 2-1,-2 0-15,3-2 9,-3 4-11,2-3-3,1-1 0,-6 4 0,6 0 4,0-4-5,-1 5-1,-1-4-8,1 3 0,-2-1-1,3-3 1,0 4 4,-3-2-2,3-2-5,0 5 1,0-2 1,0 0-4,0 1-6,0-2 6,0 2-1,0-1-7,0 0 5,0-3-7,0 5 1,0-2-2,3 0 6,-3 0-2,0 0 0,3 0-3,-2-1 3,2 1 2,-3 1-8,3-2 3,1 1 3,-4 2-9,3-5 8,-3 4-3,3-2 3,-2 1-5,1-2 5,-1 3-7,2-1-1,-2-1 1,2-2 4,1 4 4,-1-3-4,-3 3 3,0-4-4,6 3 1,-3-1-1,-3-2-1,5 1-1,-2 1 5,0-1-5,-2 1 4,-1-2-3,6 2-1,-6-2 5,6 2 2,-4-1-7,-2-1 3,6 1 1,-2-1-5,-4 0 5,0 0-3,7 1 2,-7-1 2,5 0-1,-5 0-1,0 0-2,7 0 6,-7 0-5,0 0 2,5 0-2,-5 0 0,0 0 3,4-2-5,-1 0 6,-3 2-4,4-1 2,-4 1-4,5 0 8,-5 0-5,0 0-5,0 0 1,5-2 0,-5 2 8,3 0-1,-3 0-1,4-4-1,-4 4-4,0-2 2,0 2 4,6-4-1,-6 2-1,1-1-2,-1 3 3,3-5 7,-3 5-8,0 0-2,3-5-1,-2 3 0,2-1 0,-3-1 2,0 1 3,3 1-4,-3-3 4,0 3-6,0-1 5,0-1 2,0 0-6,0-1 2,0 1 2,0 0-4,0 1-3,-3-1 3,3 0 2,0-3-4,-3 3 7,2-1-3,1-2 13,-3 1-11,0 2 0,2-4-2,-2 1 10,0 2 2,-1-2-5,1 1 7,-1 2-6,1-1-2,-1 1 5,1-1 12,-1 1-14,1 1-2,0-1 6,-1 1 2,1 1-6,-1-2 6,1 3-5,-1 1-4,4 0 1,-7-2 0,7 2-3,-8 2 2,3-1 3,1-1-7,-2 1 1,2 1 0,0-2-4,4 0-3,-6 4 1,2-2-5,1 1 0,-1 0-8,1 1-4,1-2-8,0 2-5,-1 0-9,2-1-16,-2 1-6,3-2-20,-3 2-2,3 2-10,0-2-11,0-2-16,-1 1-70,2 1-207,-1-1 91</inkml:trace>
  <inkml:trace contextRef="#ctx0" brushRef="#br0" timeOffset="120554.167">6848 10793 71,'0'0'69,"0"5"-10,0-5 1,0 0-12,0 0-2,0 0-5,0 0-2,0 0-2,1 3 2,-1-3-1,0 0-3,0 0 4,0 0-2,0 0-1,0 0-3,0 0 9,0 0-2,0 0 11,0 0-9,0 0 0,0 0-7,0 0-1,0 0 7,0 0-7,0 0-7,0 0 9,0 0-3,0 0-5,0 0 7,0 0 7,0 0-11,0 0-2,0 0-6,0 0 1,0 0-4,0 0-3,0 0 1,0 0 0,0 0-6,0 0 2,0 0-4,0 0 6,0 4-1,0-4-3,-1 9 2,1-2 0,-2-2-1,2 1 2,0 2-3,0 0-4,-1-3 1,1 3-4,0-3 0,0 1 2,0-1-5,0 1 4,0 0 0,0-3 9,-1 1-13,3 1-2,-2-5 4,-1 5-6,1-1 4,0-4 2,-3 4-5,3-4 4,0 2-4,0-2 1,0 0-1,0 0 3,0 0 0,0 0 0,2 7-1,-2-7-2,0 0 2,0 0 4,0 0-4,0 0-2,0 0-2,4-16-6,-3 13-6,-1 0 5,2-2-4,-2 5-1,1-9 3,-2 5 2,2-2-4,-1 2 3,1 0 4,-2-2-1,1 6 1,0-8 0,1 4 2,-1-1 2,0 2-3,0 3 1,0-5-1,0 1 2,0 4 1,2-5 2,-2 5-8,1-3 5,-1 3-1,0 0 2,0 0-1,0 0-3,0 0 5,0-5-3,0 5-8,0 0-8,0 0 1,0 0-3,0 0-13,0 0-4,0 0-14,0 0 2,0 0-19,0 0-8,-1 14-13,-1-10-73,2-4-178,0 6 79</inkml:trace>
  <inkml:trace contextRef="#ctx0" brushRef="#br0" timeOffset="123360.754">6910 12095 73,'0'0'82,"0"0"-7,0 0-1,0 0 4,0 0 0,0 0 0,0 0-6,0 0-10,0 0 1,0 0-1,0 0-12,0 0 3,0 0-3,0 0-10,0 0 3,0 0-1,-14 4 3,14-4-3,-6 3-2,5 0-3,-2-1-3,1 2 0,2-2-2,-4 1-3,3 1-8,-1 1 2,-2-4 4,3 4-11,-1-2 7,1 1-2,1 0-5,-3 1 4,3 0-4,0-1-7,-1 0 1,1 0 2,0 1-2,0 0 1,0-2 2,1 0-7,-1 2 3,0-1-7,0-2 2,0 2 3,0-1 1,0 0-5,0 1-1,3 0 1,0-1 1,-2 0 0,-1 1-3,0 0 0,0-3 1,2 1-5,-2-2 6,1 7 0,0-6-4,2 3 0,-1-4 1,-1 2 5,2 2-8,0-2 4,-3-2-4,1 2 3,-1-2-1,4 1 0,-1 0 2,-3-1-1,4 3 2,-4-3 2,3 2-2,0-1-2,-3-1 1,4 1-3,-4-1 3,3 3-4,-3-3-1,0 0 10,1 1-5,-1-1-1,0 0 3,6 0-1,-6 0-4,0 0 5,4 1-5,-4-1-2,0 0 4,0 0-2,7-2 11,-7 2-8,0 0 0,5 0 0,-5 0 6,5-3-5,-5 3-3,2-2 1,-2 2-1,2-2 5,-2 2 0,3-1-6,-3 1 7,0 0-8,4-3 1,-1 2 2,-3 1 0,3-4 1,-3 4 1,4 0-2,-4-4 4,0 4-6,3-1 0,-3-2 6,4 1 0,-4 2-3,3-4 1,-3 3 4,3-3-6,-3 4 5,3-2-7,-2-2 3,-1 0 0,4 2-2,-1-2 0,-3 0 1,3 1-1,-3 0 12,3-1-9,-2 1-3,1 0 1,-1 0 6,-1-2-10,0 1 7,3 1 1,-2 0-4,-1-2 8,0 3 13,0-2-9,0 1 0,0-1-1,0-1 3,-1 1-4,-2 0 8,2 0 1,-1 1 5,1-4-7,-2 5 6,0-2-3,0-1 4,2 1 1,-2 0-2,2-1-3,-5 2-1,3-1-2,2 1 6,-5-1-2,6 0 1,-4 2-2,-2 0-5,2 0 1,1 2-5,-1-4-1,1 2 1,-2 1 0,0 0-2,3-1-3,2 2 0,-9 0-1,9 0 2,-7-2-2,7 2 0,-5 2-6,5-2 2,0 0 4,-8-2 2,8 2-5,-4-1-1,4 1-1,-5 3-1,2-2 1,1 2 1,-2-3-2,1 4 1,-1-2-3,1 2-5,3-1-4,-3 2-11,2 0-7,-2-3-1,3 2-16,-1 2-8,1-2-7,-3 1-12,3 1-13,0-2-2,-3 4-18,3-2 3,2 1-10,-1 0-14,-1-2-4,1 0-67,-2 0-217,1 0 96</inkml:trace>
  <inkml:trace contextRef="#ctx0" brushRef="#br0" timeOffset="126058.0113">6425 11094 60,'0'0'82,"0"0"-11,0 0-11,0 0 1,0 0-11,0 0 2,0 0-7,0 0-8,0 0-1,0 0-5,0 0 3,0-6-6,0 6 0,6-5-7,-5 2-2,2 1 0,1-3 1,-1 2-7,1-1-3,-1 1 5,1-3-1,2 1-4,1-2 6,-3 2-10,-1-1-7,4 0-1,-4-2-5,1 2 0,-1 0-4,1 1-1,-4 1-2,3-4 6,1 4 4,-2-1-2,-1 1 3,-1-1-6,3 2 6,-2-1-2,-1 2 2,2-2 3,-2 1 8,1 0-4,-1 3-2,0 0 0,-3-3 2,3 3 2,0 0-3,0 0 2,0 0 0,-8 5 13,5-2-13,0 2 0,3-1 7,-4 0-7,1 3 3,3-1 7,-3 0-2,3 2-1,-1-2 0,-2 3 0,3 0-2,0 0-3,0 0 0,0 0 2,0-2 2,3 4 2,-2 0-7,-1-2-1,3 0 6,-3-1-2,3-1-6,-3 3 4,4-3-2,-4 1 1,0-1-1,0-1 1,3-1-8,-3-1 1,3 0 1,-2 1 2,-1-1 10,0 0-10,0-1 4,0-3-6,0 4 13,0-1-6,0 0 7,0-3 0,2 3 2,-2-3 2,0 0 0,-3 3 7,3-3-3,0 0-1,-3 1 8,3-1-2,0 0-2,0 0 5,0 0-1,-3 2-1,3-2 0,0 0 13,0 0-1,0 0-4,0 0 0,0 0-3,0 0 1,0 0-1,0 0-6,-7 0 0,7 0 0,0 0-5,0 0 0,0 0-6,0 0-1,0 0-2,0 0-1,0 0-1,0 0-6,0 0 1,0 0-2,0 0 5,0 0-5,0 0 1,0 0-3,0 0 2,0 0-4,0 0 0,0 0-16,0 0-13,0 0-5,0 0-10,17-2-12,-17 2-5,4-2-25,-4 2-7,6-1-14,-3 0-12,-3 1-89,0 0-223,0 0 99</inkml:trace>
  <inkml:trace contextRef="#ctx0" brushRef="#br0" timeOffset="127057.1182">6456 11379 30,'0'0'54,"0"0"-4,0 0-1,0 0-3,0 0-7,0 0 0,0 14-6,0-11 2,0 2-2,0 0 2,0 1-1,0 0-5,0 2-5,0 1 2,0-2-1,0 2-6,0-1 3,-3 1-9,3 2 3,0-2-3,0 4-2,0-2 0,0-1-3,0 3 2,0-1-3,0-2-3,0 4-1,0-3 6,0 2-8,0 0 5,0 1-2,0-2-5,0 1 10,0 1-5,0-3-1,0 1 4,0-3-8,0 0 2,0 0-1,0-1 1,0 1-2,0-2-1,0-2 3,0 2 4,0 0-6,0-2 0,0-2 3,3 1-5,-3-1 2,0 0-2,0-1 3,0 2 1,0-4 1,0 0 1,0 3-3,0-3 4,0 0-8,0 0 6,0 3-12,0-3-4,0 0-4,0 0-13,0 0-8,0 4-8,0-4-11,0 0-34,0 0-98,0 0 43</inkml:trace>
  <inkml:trace contextRef="#ctx0" brushRef="#br0" timeOffset="127733.2311">6390 11774 84,'0'0'106,"0"0"-11,0 0-6,0 0-19,0 0-2,0 0-6,0 0-6,0 0-8,0 0 10,0 0-6,0 0 0,6 8-8,-5-4 2,0-2-6,2 2-6,-1 0-3,-1-1-4,0 1 4,1-2-12,-1 0 0,-1-2-4,2 6-1,-1-3 6,-1 0-8,0 0 2,2 0 9,-2 0-9,0-3-5,2 3 3,-2-3-7,0 3-2,0-3 3,2 2-1,-2-2-5,0 0 4,1 3 14,-1-3-11,0 0-8,4 1 0,-4-1 5,0 0 2,6-4-2,-6 4-5,6-3 1,-4 0 3,1-1 0,2 0-3,-3 1-3,1-1 3,1 1-4,-1-2 5,1 1-5,-1 1-1,0-1 5,1 1 1,-1-1-2,0-1 0,-2 2 5,-1 0-6,3-1 1,0 3 1,-2-2 1,-1 3-2,0-2 8,0 2-14,3-4 10,-3 4-6,0-2 1,0 2 9,0 0 1,0 0 7,3-2-1,-3 2-2,0 0 8,0 0 1,-3-3 3,3 3 3,-3-2 2,3 2 0,-7-1 10,7 1-6,-7 0-1,7 0 1,-7 0 7,7 0-10,-10 1 5,6-1-2,-1-1 0,5 1-7,-9-2-3,5 2 2,4 0-8,-7-1 1,4 0-4,3 1-12,0 0-22,-7 1-20,7-1-21,0 0-30,-6 0-18,6 0-10,0 4-16,0-4-95,0 0-248,0 4 110</inkml:trace>
  <inkml:trace contextRef="#ctx0" brushRef="#br0" timeOffset="128814.6892">6407 12180 79,'0'0'109,"0"0"7,0 0 2,0 0 0,0 0 2,0 0-9,0 0-4,0 0-7,0 0-13,0 0-7,0 0-3,0 0-18,0 0 0,0 0-6,4-3 6,-4 3-8,4-3 3,-1 0-5,1-1-3,-1 0-3,3-2-3,-3-3-2,1 4-8,0-2 0,0 2-7,-1-2 0,4-2-2,-5 1-1,0 2-3,4-2-3,-5 1-2,2 3 3,0 0 1,1-2-3,-4 3 6,3-2-1,0 3-1,-3-1 2,1 0 1,-1 3 0,3-3 3,-3 1 1,0 2 1,0 0 3,0-2-3,0 2 1,0 0 5,0 0-9,3-3 2,-3 3-2,0 0-2,0 0 0,0 0-1,-3 10-3,3-5 2,-3 2 2,2-1 0,-2 2-3,0 0 4,3-1-1,-1 3-2,-2-2-2,3 3-4,0-3 2,0 1-6,0-1 0,0 1-1,0 0 1,0 3-2,0-3 0,3 0 0,-3-3 1,1 4-1,-1-2-2,0-3-4,0 1 3,3-1-1,-3 0 3,0-2-4,0 2 1,0-2 1,0 0 2,0 0-3,0 0 0,0-3 1,0 3-3,0-3 2,0 3 1,0-3-2,0 0 2,0 0 0,0 0 1,0 4 1,0-4-2,0 0 0,0 0 0,0 0 2,0 2 1,0-2-4,0 0 1,0 0-2,0 0-1,0 0 2,0 0-1,-10-2 1,10 2 1,0 0-4,-7 0 2,7 0-1,-7 0 0,7 0 0,-3 0 0,3 0 0,-7 1-1,7-1 9,-4 1-4,4-1 5,-3 1-1,3-1 4,0 0-1,0 0 1,0 0 0,-5 1 1,5-1 1,0 0-2,0 0 0,0 0 1,0 0 0,0 0-2,0 0-1,0 0 3,0 0-7,0 0 1,0 0 6,0 0 7,0 0 3,0 0-2,0 0 0,0 0 6,15-3 4,-15 3-29,7 0-1,-3 0 4,-4 0-1,10-1 4,-7 1-7,4-1 6,-3 0-2,-4 1-3,6-2 7,-6 2-8,4 0 3,-1-1-4,-3 1 2,7-2 2,-7 2-1,0 0-2,4 0 2,-4 0-1,0 0-2,0 0-1,0 0-3,0 0-5,0 0-13,0 0-12,0 0-10,0 0-13,0 0-13,0 0-16,0 0-20,0 0-22,0 0-23,6 0-23,-6 0-15,0 0-18,0 0-112,4 2-343,-4-2 152</inkml:trace>
  <inkml:trace contextRef="#ctx0" brushRef="#br0" timeOffset="130949.6957">6328 12365 15,'0'0'41,"0"0"0,0 0-7,0 0 5,0 0-8,0 0 0,0 0 2,0 0-1,0 0 1,0 0-6,0 0 11,0 0-3,0 0-7,0 0 3,4 10 0,-1-6 3,-3-1 9,0 2-3,0-1 0,4 1-2,-4 0-3,0 0 1,3 0-8,-3 0 15,0 0-20,4 0 20,-2 1-18,-1 0-1,2 1-3,-2 0-1,1-2-6,-1 1-4,2 0 6,-3 0-10,3-1 1,0 1-1,1-1 6,0-1-4,0 1-1,1 0 0,-3-2-1,1 0 2,1 0-8,-1-1 9,0 1-2,1 0-9,-1-1 11,1-1 2,-1 2-16,3-2 21,-1 1-10,-2-1 13,3-1-23,-2 0 6,-4 0-9,9 1 8,-4-1 9,-1-1-10,-4 1-1,10 0-1,-6 0 7,2-2-4,1 1-3,3 0 5,-6-1-3,3 0-3,-1 2 3,2-3 0,-2 1 0,1-1 0,0 0-1,0 0 3,0 2-5,0-3 1,0 1 3,2 0 0,-1 2 10,2-1-11,-3-2 4,4 4-5,-4-1 5,3-1 6,-3 1-8,7-2-1,-4 1 1,0 0-2,4-1-3,-4 3 6,3-3-6,-1 0 5,1 0-5,1 2-1,2-1 4,-2 0 5,1 1-4,-1-1 0,2-1-2,-2 0 1,0 2 3,0-1-6,0-1-2,2 3 5,-1 0-1,1 0 3,-4 0-4,5 0-1,-3 1 3,0 1-3,-1-2 6,1 2-1,0-2 0,-1 3 2,-2 1-6,3-2 2,2 2 1,-6-2-5,5 3 0,-1-1 3,0 0 0,0 1 0,-1-1 10,1 1-11,-5-2-1,3 3 3,-2-3 3,1 1 1,-1 2-8,-3-2 0,2 0-1,-2 1 3,0 0-1,-2 0 2,1-1 5,-2 0-11,3 0 3,-4-2 3,1 0 1,-4 2-4,3-2-4,0 0 3,-3 0 3,4 0 10,-4-2-16,3 2-4,-3-2 5,0 0 7,0 3-2,0-3 4,0 0-3,0 0-3,4 2 8,-4-2-7,0 0-3,0 0 14,0 0-10,0 0-1,0 0-8,3-7 3,-3 4 2,0 0 14,4 0-16,-4-1-8,3 1 9,1-1-13,-1-2 9,3 2 1,-2-3 1,2 4-3,-1-2-5,1-1 9,0 2 4,-1-2-2,2 0 4,2 2-13,-1-2 15,1 2-4,-1-1 1,1 0-4,0 2 9,-2-3-8,3 1 3,4 2 0,-1-3-2,-2 1 0,2 1 4,0 0 7,1-1-9,1 2 7,-1-1-2,0 1-5,-1 0 0,3 0-2,-1-1 10,-1 3-1,0-2-2,2 1 0,-2-1-9,1 0 14,-1-1-10,2 2 3,-1-1-5,-1-1 11,1 3-6,-3-2 4,2 0-3,0 2-9,-1-1 5,1-1 7,0 2-8,-4-2 5,4 3 4,-4-2-7,3 1 0,-3 1 0,-1-1 0,1-1 1,0 0-3,0 0 1,-3 2 5,2 0-5,0 0 2,-3 0 1,4-3 2,-6 4-5,3-2 10,-1 1-1,-1-1-2,2 1 1,-2 0-3,0-2 2,0 2-1,-1-2 2,-4 2-5,8-2-1,-4 2 1,-1-2 7,-3 2 5,6-2-10,-6 2 13,3 0-12,-3 0-25,0 0 3,0 0 3,4-1-10,-4 1-3,0 0-13,0 0-6,0 0-13,0 0-11,0 0-42,0 0-123,0 0 55</inkml:trace>
  <inkml:trace contextRef="#ctx0" brushRef="#br0" timeOffset="140051.1037">6435 10604 87,'0'0'138,"0"0"-12,0 0 2,0 0-9,0 0-2,0 0-10,0 0-6,0 0-5,0 0-12,0 0 0,0 0-5,0 0 0,-3 7-7,2-4 3,1-3-6,-2 6 4,1-2-7,1 1 7,-1-1-7,1 0-3,-2 0-9,1 2 2,1-1-1,-2 0-5,2 2 0,0 1-6,-1-3-3,1 1-6,0 0-4,0 0-2,0 2-1,1-2-1,1 0-3,-1 0-4,-1-3-1,2 2-4,-1-1 1,0-1-1,2 0-3,0 2 1,0-1-4,0-1 4,0 0-2,-1-1-4,1 2 1,1-2-2,-1 0-2,-1-1 3,3 0 2,-5-1-4,4 1 4,2-1-3,-6 0-15,7-2-7,-7 2-14,4 0-6,-4 0-9,6-2-14,-6 1-16,0 1-16,4-2-10,-1 0-23,1 0-11,-1 1-9,-3 1-11,3-5-114,-2 3-290,-1 2 128</inkml:trace>
  <inkml:trace contextRef="#ctx0" brushRef="#br0" timeOffset="140337.8551">6422 10672 91,'0'0'139,"0"0"-6,0 0-11,0 0-1,0 0 2,0 0-7,0 0-12,0 0-1,0 0-16,0 0-13,0 0-4,10 4-5,-10-4-7,7 0-9,-7 0 8,7-1-15,-2 1-3,-5 0-5,8-1-1,-4 1-15,0-2-18,-4 2-18,10 0-20,-7-2-7,-3 2-6,7-1-10,-1 1-16,-2-2-10,-1 1-4,-3 1-7,4-2-88,-4 2-201,4-2 89</inkml:trace>
  <inkml:trace contextRef="#ctx0" brushRef="#br0" timeOffset="140564.399">6428 10603 75,'0'0'122,"0"0"-4,0 0-11,0 0-9,0 0-7,0 0-10,0 0-12,0 0-12,0 0 3,0 0-7,7-4-2,-7 4-1,7-2-12,-3 2-1,-4 0-9,10-1-17,-6 2-3,2-1-14,1 0-14,-7 0-13,11 0-12,-5 0-7,-2 2-14,2-2-8,-2 1-7,2 0-49,-6-1-141,8 2 64</inkml:trace>
  <inkml:trace contextRef="#ctx0" brushRef="#br0" timeOffset="140996.6206">6620 10607 19,'0'2'133,"0"-2"-7,0 8 13,0-4-16,2 2-4,-2 1-7,0 0 1,0-1-5,0 3-14,0-1 5,0 0-12,3-1-5,-3 2-8,3-2-5,-3 1-10,0-1-6,1 1-2,2-2-4,-3 1-4,0 0-4,3-1-4,-3 0-3,1-1-3,2-2-7,0 3 5,-3-3-6,0 0 0,0 1-3,0-1-4,0-3 0,0 5 6,0-3-3,0-2 6,0 5 1,0-5 4,-3 2-8,-1 0-4,1-2 8,3 0 5,-7 1 0,4 0-3,-1 1-4,4-2-4,-8 0 1,4 0-5,4 0-3,-8-3 3,8 3-2,-7-1-11,3 1-6,4 0-15,-4-4-8,4 4-19,-6 0-23,6 0-16,-2 0-28,2 0-19,-2-5-1,2 5-13,0-4-3,0 4-93,2-4-262,-2 4 115</inkml:trace>
  <inkml:trace contextRef="#ctx0" brushRef="#br0" timeOffset="141246.1316">6593 10657 1,'0'0'143,"0"0"-11,0 0-6,0 0-20,0 0-3,0 0-17,0 0-6,0 0 6,4-1-17,-4 1-6,7-2-15,-7 2 1,7 2-2,0-2-7,-3 1-5,-4-1 0,6 0-4,1 0-15,-3 1-21,-4-1-3,10-1-20,-6 1-7,2 0-12,-6 0-8,7 0-19,-3-1-14,-4 1-72,7-2-172,-7 2 76</inkml:trace>
  <inkml:trace contextRef="#ctx0" brushRef="#br0" timeOffset="141676.3262">6784 10688 101,'-2'3'135,"-3"-3"-3,3 1 2,-1 2 1,-2-3-8,5 0-5,-7 2 4,7-2-7,-8 0-9,8 0-7,-10-2-5,7-2-16,-1 3-5,0-1-8,1-1-8,-1-3-5,1 3-6,0-1-7,0-1-4,2 2-7,-2 1-1,3-3-3,0 0 0,0 2-5,0 0-10,0-2-9,2 1-2,-1 0-11,0 0-4,2 1 8,0 0-2,1 1-2,-2 0-7,2 0 5,-3 0-3,3 0 5,-4 2-4,6-1 10,-3 0-6,-3 1-3,0 0 3,7 2-4,-7-2 7,4 2-1,-4 0 5,2 1-4,-4 0 5,2-3-5,0 6 10,0-4-5,-1 1-2,-1 0 2,0 1-10,0 0 10,-1-2 0,2 2-11,-2-3-13,2 3-4,1-4-23,-3 3-7,3-3-18,-2 3-15,2-3-8,0 0-14,0 0-11,0 0-76,0 0-216,0 0 95</inkml:trace>
  <inkml:trace contextRef="#ctx0" brushRef="#br0" timeOffset="142241.1905">6831 10625 30,'1'4'161,"-1"2"-3,3-1-9,0 2-3,-3-3-7,0 2-10,0-1-13,0-1-4,0 2-4,0-2-10,-3-2-11,6 1-7,-3 1-5,0-4-13,0 4 1,0-4-7,0 2-5,0-2-5,0 0-2,0 0-7,0 0-4,0 0-5,0 0-1,4-8-1,-2 4-2,0 1-6,1-6-2,1 4-1,-2-3-4,2 1 4,0 2-5,0-2 5,2 1-7,-2 3-2,-1 0-2,-1-2-2,2 2-2,-3 2 3,2-1 7,-3 2-1,8 1 10,-8-1-2,5 2 1,-2 2 12,-1 0-2,-2 0 7,2 2-2,-1-2-5,2 3 0,-2-2-1,-1 2-5,0-2-2,0 0-4,0-1 3,2 2-2,-4-3-1,2 1-3,0-4 1,0 5-3,0-2 0,0-3 4,0 0-7,0 0 0,0 0-2,0 0-3,0 0-2,0 0-4,0 0-7,0 0-9,6-11-5,-5 8 0,2 2-4,0-3-3,-2 0 2,2 2-3,-1 0 4,1 0-4,-1-2 9,1 3-2,1-2 3,-4 3-1,3-2 4,-3 2 1,4-1 4,-4 1 3,0 0 5,0 0 3,7 3 3,-4 0 0,0-2 3,-3 3 8,3-2-2,-2 1 2,-1 2-3,0-1 2,3-2-2,-3 1-3,0 1-4,0-4-8,0 6-15,0-2-23,0-2-21,0 1-16,0-3-26,0 4-16,0-4-11,0 4-12,0-4-12,0 0-81,0 0-259,0 0 114</inkml:trace>
  <inkml:trace contextRef="#ctx0" brushRef="#br0" timeOffset="142717.0392">7044 10638 126,'1'4'144,"-1"0"-10,1 0-9,-1 2-4,0 0 4,2 0-11,-1 2-11,-1-1-5,2 0-3,-1 0-6,0 0-4,-1 0-14,0 1-6,0-4-3,0 2-4,2-2-7,-4-1-3,2 2 0,2-1-2,-2-2-5,0 1 5,0-3-4,0 4 1,0-4 2,-3 3-4,3-3-5,0 0-3,0 0-3,0 0-9,0 0 7,-6-7-3,6 4-5,-2 0-3,0-2 0,1-2 1,-1-1-4,2 2-3,0-3 2,3 2 0,-3-3-4,2 3-1,0-1 1,0-1 0,2 3-5,2-2-2,-2 1-1,0 1-3,2 1 3,-1 0-2,2 1 1,-4 1-2,0 2 2,1-1 1,0 1-3,-4 1 1,10 1 2,-7 1-5,1 0 3,-1 0-1,-3 0 1,3 2 0,-2 0 1,-1-1 1,0 1 3,0 1-2,-1 0 0,1-1 1,-3 0 5,0 0-10,-1 2 9,1-2 2,-1-1-5,1-1-1,-1 2-2,1-3-8,0 1-8,1-1-1,-1 1-13,3-2-11,0 0-12,-7 0-8,7 0-12,0 0-17,-6-4-4,6 2-6,0 2-7,0 0 0,0-6-11,0 6-1,2-3 2,0 1-7,1 0-73,-1-3-212,0 2 94</inkml:trace>
  <inkml:trace contextRef="#ctx0" brushRef="#br0" timeOffset="143062.3941">7231 10559 130,'0'0'125,"0"0"7,0 0-7,0 0-3,0 0 3,0 0-9,0 0-3,0 0-6,0 0 0,0 0-6,0 0 1,0 0-1,0 0 3,1 7-5,-1-4-3,2 0-1,-2 2-3,1 1-1,-1 1-9,0 0-3,0 0-6,0 0 0,0 1-14,0 0 4,0 1-13,0-1-5,0 0-3,-1 1-3,-1-2-4,2 1-5,-1-4-4,-2 4-2,3-5 2,0 3-3,0-1-1,-1-2-1,-1 1-5,2 0-1,2-1-16,-2-3-12,-3 5-14,1-4-18,2-1-19,-1 2-15,1-2-12,0 0-21,0 0-26,0 0-10,0 0-11,0 0-3,0 0-5,0 0-5,4-9-86,-2 6-280,-1 0 124</inkml:trace>
  <inkml:trace contextRef="#ctx0" brushRef="#br0" timeOffset="143402.4769">7294 10658 59,'0'4'132,"3"-2"-4,-3 1-6,3 2 2,-2-1 1,2-2-2,-3 1-17,4 2-9,-1-1-5,1-2 7,-1 3-11,0-3-8,1 1-5,0-2-9,-1 1-4,2-2-8,-1 2-8,-1-1-1,-3-1 3,7 0-10,-7 0-9,5-3 0,-2 1-2,1 0-6,-2 0 1,1 0 2,-2-3 5,0 3 9,2-2 12,-1-1 4,-4 1 2,2-1 3,0 0-1,0 2 2,-3-2 5,3 2 4,-1-1-3,-2 1-2,2 1 0,-2-1-9,0 2-5,-1-1-2,4 2-6,-9-1-9,5 1 2,4 0-7,-7 3-4,1-2 5,2 2-13,0 0-23,1-1-18,0 2-7,-1 1-25,1-2-16,-1 3-22,1-1-21,3-1-19,-1 2-7,1-3-25,0 0-7,0 1 0,1 0-136,-1-1-335,3-1 149</inkml:trace>
  <inkml:trace contextRef="#ctx0" brushRef="#br0" timeOffset="143956.6372">7537 10625 26,'-5'-1'202,"4"0"-17,1 1-11,0 0-13,0 0-11,0-5-10,0 5-10,1-4-17,2 2-9,1 1-9,-1 0-7,1 0-11,-1 0-5,-3 1-7,10 0-9,-4 0 3,-2 2-11,0-2-3,2 2-3,-2 2-5,0-2 3,0 1-7,-1-1-2,0 2 0,1-2 2,-4 2 3,3 0-1,-3 0 2,0 1 3,0 0 2,-3 2 3,1 1-4,-1-2 7,-3 1-2,0 1 0,-1 0-3,3-2 3,-3 1 1,1-1-9,1-1 0,-2 2 0,3-2-5,1-1-4,0-1-4,0 1-6,2 0 2,-1-2-4,1 0 2,1-2-2,1 5 0,2-3 8,0 1-9,1-1-1,0 0-4,1 0 3,0-1-5,1 0-1,-2 1 3,2-2-3,-1 0-2,1 2 1,1-1-1,-3-1 1,3 1-6,-2-1-4,0-1-7,2 1-12,-4-3-17,1 3-8,-4 0-16,10 0-14,-6-2-13,-1 1-16,-3 1-12,7-1-28,-5-1-16,-2 2-14,5-1-15,-3-2-142,-2 3-360,0 0 160</inkml:trace>
  <inkml:trace contextRef="#ctx0" brushRef="#br0" timeOffset="148178.5716">6451 10780 4,'0'0'41,"-5"2"4,5-2-2,-4 2-5,1 0-3,3-2-6,-4 2 2,1-1-2,3-1-6,-4 2 8,3 0-10,1-2 0,-5 1 7,5-1 0,-4 1 0,4-1 3,0 0-4,0 0-3,0 0-4,-1 4-1,1-4-3,0 0 2,0 0-1,0 0 0,0 0-6,0 0 5,-2 2-9,2-2 7,0 0-5,0 0-1,0 0-9,0 0 7,0 0-3,0 0 6,0 0-3,0 0 4,0 0 10,0 0-3,0 0-7,7 1 1,-7-1 10,6 1-9,-6-1 4,0 0-1,8-2-4,-8 2 1,6 1 1,-6-1 7,9 0-7,-4-1 1,-2 2 2,4-2-3,-3 1 1,3 0-8,-1-2-3,-2 2 5,3 0 1,-1-1-4,2 0-7,-1 1 2,0-2-1,-1 1 4,1 0-3,-1 1 9,1-2-5,1 2-4,-2-2 1,-2 2 5,5 0-4,-4 0 5,2 0-7,-3 0 7,2-1-11,1 0 0,-1 1 24,-1-1-18,0-1-1,0 1-3,5 0 1,-6-1 4,2 1 3,-2 1-1,6-1-8,-6 1 8,5 0 4,-4 0-8,4-2-1,-1 2-9,-1-1 9,3 0-1,-3 0-4,0-2 7,-3 3 2,5 0-10,-5 0 9,2 0 1,-1-2 3,1 2-6,0-1-3,-1 0-1,0 1-2,-5 0 6,9-1 0,-6 1 4,-3 0-3,10 0-4,-6 0 7,-4 0-5,10 0-3,-6 0 9,-4 0-5,9 0-1,-5-1-3,3 1 2,-1 0 1,-1 0-3,4 0 6,-4 0-6,2 0 4,-1 0 0,3 0-1,-4-1 3,-1 1-5,-4 0 5,10-1-2,-5 2-5,-5-1 3,9-1 2,-3 1 0,-2 1 4,0-1-8,2 0 0,-6 0 7,11 1-4,-4-1-2,-4 0 7,1 0 0,2 0-2,-6 0 0,10 0-7,-6 0-1,2 0 4,-2 1-6,-4-1 7,7 0-5,0 0 0,-7 0 6,7 0 0,-3 0-2,-4 0-5,10 1 1,-6-2 1,2 2 1,-2-2 7,-4 1-7,10-1 8,-7 2-10,3-1 10,-6 0-11,7 1 2,-2-2 3,-5 1 1,7 0-5,-7 0 8,7 0-1,-2-1-4,-5 1-1,8 1-1,-8-1 1,6 0 12,-1 2-11,-5-2 2,7 0 2,-4 3-4,-3-3-3,7 0 8,-4 0-6,1 0 6,3 2-4,-7-2-2,7 0 1,-4 1 1,-3-1 1,10-1 3,-6 2 3,1-1-1,-5 0-7,8 1-2,-4-1 7,0 1-6,-4-1-1,9 1 6,-5-1-4,0 0 0,-4 0-3,7 1 4,-2-1 14,-1 1-12,0 0-2,0-1 3,-4 0-4,9 1-5,-5 1 6,0-1 3,2-1 6,-2 1-15,-4-1 5,11-1-2,-6 2 6,0-1-2,-5 0 2,7 0 5,-3 0-8,-4 0-1,6 0 9,1 2-13,-4-1 4,-3-1-3,4 2 4,0-2 8,-1 2-9,1-2-1,-4 0 11,6 0-1,-3 2-7,1-2-5,-4 0 3,9 0 8,-9 0 0,8 0-25,-4 1 14,-1 0 5,1-1-1,-4 0-3,9 2 12,-4-2-7,-2 0-9,-3 0 7,10 0-2,-6 1 6,-1-1 2,-3 0-2,10 0-2,-10 0 0,7 1 3,-3-1-1,0 0-5,1 2 4,-3-1 3,-2-1-6,10 1 2,-7-1 1,-3 0 5,11 0-6,-8 0-1,1 0-1,2 0-3,1 0 1,-7 0 6,10 1-3,-4-1 1,-2 0 4,0 1-7,0 0 5,3-1 1,0 1-3,-2-1-6,3 1 3,-4 1-2,3-2 9,0 0-2,-1 1 0,0-1-7,-1 0 10,1 1-1,0 0-6,-1-1 1,2 1-1,-4 0 3,4 0-3,-3-1 5,3 1-3,-2-1-6,0 0 0,2 1 4,0-1 1,0 0 6,-1 0-8,-2 0 4,5 0-5,-4 0 6,1 0 2,2 0-2,-1 0 4,-1 0-4,1 1 1,-1-1-2,2-1 5,-2 1-8,1 0 13,1 1-3,-2-2-6,0 1 8,-1 0-3,2 0 12,0 0-17,0 0 2,-4 0-1,4 0-4,-7 0 2,10-1 5,-3 0-8,-3 0 6,6 1 2,-6-1 0,2 1-1,0-1-4,-1 1 19,0-1-12,0 0 4,-1 1-3,2-1 0,-6 1 2,8 0-5,-3 0-3,-1-2 3,-4 2 4,8-1 0,-5 1-4,-3 0-9,7 0 9,-7 0-4,0 0 4,9 0-5,-8 1 4,-1-1 2,0 0-9,6 2 8,-6-2-9,0 0 5,0 0 0,0 0-9,0 0 15,0 0-3,0 0-15,0 0 13,0 0 1,5 0 4,-5 0-6,0 0-2,0 0-7,0 0 8,0 0 2,0 0-7,0 0-4,0 0-23,0 0-10,0 0-14,0 0-15,0 0-8,0 0-17,0 0-83,0 0-192,0 0 85</inkml:trace>
  <inkml:trace contextRef="#ctx0" brushRef="#br0" timeOffset="173970.3998">22450 6914 53,'0'0'104,"0"0"-6,0 0-9,0 0-6,0 0-12,0 0-9,0 0-7,0 0 0,0 0-6,0 0 7,0 0-3,0 0-11,0 0-2,0 0 1,0 0-7,0 0-2,0 0-4,-3 3-8,3-3 8,0 0-11,0 0-5,0 0 6,0 0-4,0 0 3,0 0-9,0 0-7,0 0-2,0 0-16,0 0-11,0 0-8,0 0-12,0 0-5,0 0-12,0 0-21,0 0-55,7-8-153,-7 8 67</inkml:trace>
  <inkml:trace contextRef="#ctx0" brushRef="#br0" timeOffset="175610.917">22420 6756 16,'0'0'134,"0"0"0,0 0-6,0 0-3,0 0-5,0 0 0,0 0-8,0 0-3,0 3-7,0-3-6,0 0 1,0 0-8,0 0-4,0 0-2,0 0 0,0 0-10,0 0 0,0 0 0,0 0-7,0 0-4,0 0-1,0 0-6,0 0-6,0 0 0,10-5-5,-10 2-2,3 0-2,1-2-12,3-1 6,-1-2-4,1 2-4,0-4-3,0 2-2,0 1-3,0-3-2,0 2-2,0-2 3,0 0-2,0 1 2,-1 1-3,0-1-3,-1 1-1,1 2 5,-2-2-8,0 1-1,1 0 1,-3 1 2,1 2-4,0 1 1,1-1-2,-2 2 6,-1-1 2,-1 1 1,0 2-1,4-3-5,-4 3-3,0 0 4,0 0-1,0 0 0,0 0-1,0 0-3,0 0 2,-11 11-2,8-7 3,0 1-1,1 2-1,-3 0-3,4 1 2,-2 2 0,0-2 0,1 5 4,-1-1-4,1-3 2,-2 3 5,3 0-3,-2 3 1,1-2-2,1-1-1,-2-2 1,3 3-3,0-2 1,0-1-2,0 2 1,0 0 1,2-3-3,-2 1 4,1-3-2,0 3-1,2-3 2,-1 3 0,-1-2 0,-1-2-1,3 0 1,-2 0 0,2-2-1,-1-1-3,-1 2 5,0-2-1,1 1-1,-1-1-1,-1 0-2,3 1 2,-2-2-3,-1-2 1,2 3 2,-2-3-2,0 3 2,0-3-1,0 0-1,3 2 2,-3-2 0,0 0 0,1 3 1,-1-3 2,0 0-5,0 0 4,0 0 2,0 0-2,0 2 6,0-2-8,0 0 4,0 0-1,0 0-2,0 0 0,0 0-1,0 0 1,0 0 0,0 0 0,0 0 1,0 0-5,-13-2 2,13 2 1,-7-1-2,7 1-1,-8-2 0,5 2 1,-1-1-1,4 1 3,-9 0-5,4 0 6,-1 1-3,6-1 0,-8-2 2,2 2-1,6 0 2,-7 0-4,3-1 8,4 1-5,-6 1 1,6-1 5,-7 0 3,7 0 4,0 0-1,-7-1-2,7 1 0,-3-1 3,3 1 2,-3-2-1,3 2 4,0 0-6,0 0-1,0 0-1,0 0-1,0 0 2,0 0 1,0 0-4,0 0 0,0 0-1,0 0 1,0 0 1,0 0-6,0 0 2,0 0 0,0 0-4,0 0 1,0 0 0,0 0 1,0 0 1,0 0 4,0 0 4,0 0-1,16 1 3,-16-1-2,11 1 2,-5-1-2,1-1 0,-2 1-3,1 1 1,4-3 3,-3 0-3,1 2 0,2 0-7,-3-2 2,0 2-1,-1 0 0,5 0-2,-4 0 7,0 0-6,-2-3 3,0 3-3,-5 0-3,7-1 1,-1 1-2,-2-2 7,-4 2-5,4 0-3,-4 0 3,6-1-1,-6 1 1,0 0 1,4 1-5,-4-1 4,0 0 0,0 0-2,0 0 2,0 0-3,0 0 1,0 0 0,0 0 2,0 0-1,0 0-6,6 2-3,-6-2-12,0 0-12,0 0-12,0 0-8,0 0-14,0 0-16,0 0-18,0 0-12,0 0-20,0 0-17,0 0-8,0 0-13,0 0-9,0 0-10,0 0-4,0 0-130,0 0-347,0 0 154</inkml:trace>
  <inkml:trace contextRef="#ctx0" brushRef="#br0" timeOffset="181268.921">9532 5791 34,'0'0'146,"0"0"-3,0 0-5,-5 0-3,5 0 2,0 0-6,0 0 1,0 0-2,0 0-1,0 0-4,0 0-2,0 0-8,-4-2-3,4 2-7,0 0-6,0 0-3,0 0-5,0 0-8,0 0-11,0 0-6,0 0-9,0 0-4,0 0-10,0 0-5,0 0-6,0 0-2,0 0-3,0 0 0,0 0-4,0 0 0,8 7-3,-8-7-1,7 0-3,-3 1-2,-4-1-3,3 1 0,4-1 2,-3 0-2,2-1 2,-2 2-6,-4-1 1,10-1-2,-6 1 2,3-1-1,-4 1 0,4-1-6,-4 0 7,4 0-4,-3-1 0,2 2 0,-6 0 2,8 0-5,-8 0 3,6-2 0,-6 2-3,0 0 0,6 0 4,-6 0-1,0 0 0,0 0 1,2 0 1,-2 0 0,0 0-3,0 0 5,0 0-1,0 0-1,0 0 0,0 0-1,0 0-5,0 0 3,0 0 1,0 0-9,0 0-5,0 0 5,-18 0-3,15 2 4,-2-2-1,-1 2 0,6-2-1,-10 0 5,3 0 1,3 0-2,-2 1-3,-1-1 4,0 0-5,0-1 7,0 2-3,4-1-4,-4 1 3,7-1 3,-7 0-2,7 0-1,-7 1-1,3-1 5,4 0-4,0 0-1,-7-1-2,7 1-3,0 0-1,0 0-7,0 0 0,0 0-8,-4 1 2,4-1 4,0 0 2,0 0-1,0 0 3,0 0 0,0 0 0,0 0-7,0 0 11,0 0-6,17 0-8,-17 0 0,5 0-4,-2 1-8,-3-1 1,7 0-3,-7 0-4,7-1-8,-7 1 4,7 0-13,-7 0-4,4 0-9,-4 0-10,6 1-2,-6-1-16,4-1-11,-4 1-13,3 1-13,-3-1-106,4 2-263,-4-2 117</inkml:trace>
  <inkml:trace contextRef="#ctx0" brushRef="#br0" timeOffset="184042.8704">21315 6736 25,'0'0'103,"0"0"-6,0 0-4,0 0-6,0 0 0,0 0 1,0 0-10,0 0-2,0 0 2,0 0-2,0 0-2,0 0-12,0 0 9,0 0-1,0 0-10,0 0 0,0 0-2,7-8 2,-6 5-16,2 1 2,3-5-4,-2 2 0,2-1-2,-1-1-10,2 1 1,0-2-1,2-3-7,-1 0 3,-1 0-4,2-1 6,-1 0-5,-1 0 0,4 2 10,-5 1-15,-2 0 8,3-1-6,-4 2-2,1 1 7,-1 0-8,1 2 6,-1 0 5,-3 1 3,3 0 0,-3 2 5,1 0-2,-1 2 0,3-4-5,-3 4-2,0 0 3,0 0-6,0 0 4,-4 10 7,1-2 2,0 1 0,2-1-3,-2 5 0,0 1-1,-1 0 2,1 4 3,0-4-4,-1 5-3,1-5 2,2 6 3,1-5-1,-1-2-2,-1 4 0,2-3-8,0-1-1,0 1-2,0-1 3,3 2-4,-2-1-5,2 1 3,0-2 0,1-2-6,-1-2 2,-3-1-7,4 0 5,-1 0-2,1-1-2,-1-2 2,0 2-7,1-3 2,-1 1 0,-3-1 1,4 0-5,-4-1 6,3-1-1,-3-2-1,4 2 0,-4-2 1,0 3 0,2-2 2,-2-1-2,0 0 4,0 0-3,0 0-3,0 0-1,-9 1 0,9-1-3,-7-1 1,7 1 0,-7-1 0,7 1-3,-10-2 6,3 2-6,2-1 3,-1 0 2,2 0 5,-2-1 6,2 2 6,4 0-1,-10-1 5,7 1 5,3 0 4,-7 0-3,7 0-2,-4-2 1,4 2 0,0 0-2,-3-2-6,3 2-1,0 0-7,-3-1-2,3 1-3,0 0 6,0 0-4,0 0 4,0 0 8,0 0-8,0 0 3,17 1-2,-12-1 0,-5 0 0,8 0 0,-2 0-3,-1-1-1,-1 1-2,2-1-1,-2 0-1,3 0-1,-4 0-3,-3 1 8,7 1-5,-3-2 2,-4 1 0,6-2-9,-6 2 4,7 0-6,-4-2-9,-3 2-11,0 0-12,4 0-17,-4 0-17,6-1-23,-6 1-18,0 0-23,4-1-19,-4 1-30,4-3-24,-4 3-23,4 0-20,-4 0-148,0 0-429,5-2 189</inkml:trace>
  <inkml:trace contextRef="#ctx0" brushRef="#br0" timeOffset="185820.1136">11478 5800 98,'0'0'118,"0"0"4,0 0-10,0 0-2,0 0-1,0 0-9,0 0 1,0 0-6,0 0-7,0 0 7,0 0-5,0 0-3,-3 2-1,3-2-2,0 0-1,0 0-6,0 0-15,0 0 5,0 0-3,0 0-9,0 0-4,0 0-6,0 0-4,0 0-6,0 0-5,0 0-3,0 0-3,0 0 2,0 0 2,0 0-6,8 4 4,-5-2 0,0-2-2,1 1-1,0 0-1,-1 0-3,1 0-3,3-1 0,-7 0-1,10 0 0,-7 0 2,4 0 1,-3 0-1,-4 0-6,10 0 0,-7 0-2,3 0 0,-6 0-4,8-1 3,-4 1-2,-4 0 2,7 0-2,-7 0-1,6 0 1,-6 0-2,4-1-3,-4 1 1,0 0 1,6-1-1,-6 1 0,0 0-1,3-1 5,-3 1 1,0 0-4,0 0 0,3-1-3,-3 1 4,0 0-1,0 0-1,0 0 0,0 0 1,2-3-1,-2 3 2,0 0-5,0 0 4,0 0-2,0 0 2,0 0 1,0 0 0,0 0 0,0 0-8,0 0 1,0 0 0,0 0 0,0 0-5,0 0-4,0 0-1,0 0 6,-12 4-2,12-4-1,0 0-2,-7 0 2,2 0 2,5 0 3,-7 1-2,3-1-6,4 0 0,-7 0 0,3 1 3,4-1 6,-9 0-5,5-1 2,4 1-3,-10-1 6,10 1-3,-7 0-1,3 0-1,-2-1 3,2 0 6,1-1-3,3 2-3,-7-2 6,2 0-4,5 2 0,-6-2 1,6 2 2,-3-1 2,3 1-3,-4-1 0,4 1 3,-3-1-2,3 1 0,0 0 3,0 0-5,0 0 1,0 0-3,0 0 5,0 0-3,-4-1 0,4 1-1,0 0-1,0 0 0,0 0-3,0 0 3,0 0 3,0 0 0,0 0 2,0 0-2,0 0-1,11 5 1,-8-4-2,0 1 1,1-1 1,-4-1 3,7 2 0,-3-1-6,-4-1-23,7 0 10,-4 1-4,-3-1 0,7 1-13,-4-1-6,-3 0-15,4 0-9,-4 0-5,7 0-22,-7 0-10,7 1-15,-7-1-6,6 0-16,-6 0-94,4 2-253,-2-1 113</inkml:trace>
  <inkml:trace contextRef="#ctx0" brushRef="#br0" timeOffset="192693.9893">22023 12459 60,'0'0'97,"0"0"-17,0 0 12,0-4 1,0 4-22,0 0 11,0 0-4,0 0 15,0 0-6,0 0 4,0 0 2,0 0 0,0 0-13,0 0 0,-1-3-7,1 3-3,0 0-1,0 0-1,0 0 3,0 0-2,0 0-2,0 0-2,0 0-2,0 0-6,0 0 1,0 0-4,0 0-3,-6 7-9,6-7-2,-3 4-11,1-1 8,-1 2-1,-1 2-3,1-4-1,1 4-3,-2-3-5,3 3 4,-1-1-3,-1-1 0,2 0-4,-2-1 0,0 2 0,1-1-7,0-1 1,1 4-2,-2-3-3,0 3 3,3 0-5,0-4 0,-1 3 1,1-2-4,0 2-1,0-3 1,0 3-2,1 0 4,-1 0-3,0 1 1,3-1-1,-2-2-2,1 1 3,-1-1-3,2 0 1,-2 3 0,1-4-3,-1 2 3,3-4-2,-1 2-2,0 0 0,-2 0 1,2-1 2,-1-1-2,1 3 3,-2-3-5,0 0-2,-1-2 9,6 4-4,-3-1-1,0 0 1,-2-2 1,2 1-1,0 0 1,-1 0 0,1 1 0,-3-3-3,7 3 0,-5-2 1,-2-1-1,5 0 1,-2 3-1,0-3 1,1 2 0,-1 0 2,-3-2-2,6 0 0,-2 0 2,-4 0-4,6 1 5,-1 0-4,-5-1-1,0 0 3,7-2 1,-4 2-2,-3 0-2,7-4 5,-3 4-4,-1-2 2,-3 2 0,4-2-3,-1 2 0,0-3 3,-3 3-1,4-5 0,-1 3 9,0 1-10,1-1 2,-1 0-1,-2-2-2,-1 4 3,3-3 1,0 0-2,0 1 1,-2-1 1,2-2-5,-2 1 6,2 0-5,-3 0-1,2 0 3,-1 1-1,-1 0 3,1 1-1,2-2 0,-3 1 3,2-1-4,-1-1 1,0 0 0,2 1 2,-1 1-4,-1-2 3,-1 3 1,3-3-6,-3 1 3,1-1-6,-1 2 6,0-2 1,3 2 1,-3-1-1,0-1 3,0 2-5,2-2 2,-1 2-2,-2-2-1,2 3 1,-1 2 2,1-5 0,-1 3 2,0-2-3,2-1 0,-4 3 2,4-4-1,-2 2-1,0 1 0,0-2 0,0 2 2,0 0-3,-2-2 1,4 1 0,-4 0 1,2 0 0,0 1-1,0-2 2,0 5-3,0-5-1,0 2 3,0 3-2,-2-6-1,2 4 1,-2-2-7,1-1 3,-1 4-4,2-3 2,-2-1 0,0 1-5,2-1-1,-1 2 4,-1-1-5,1-1 3,-1 2 1,1-1-2,-2-2 1,2 2 2,-2 2-2,2 0 3,-2-1 1,1 0-3,2 3 3,-5-5 3,2 2 0,0 2-1,0-4 1,2 4 1,1 1-4,-6-3 3,6 3 1,-4-1-3,4 1 5,-3-2-2,0-1 2,2 1-2,-2 0-1,3 2 0,-7-3-1,7 3 2,-3-1-3,3 1 5,-4-1-1,4 1 2,-6-1 0,6 1 0,-4-1-2,4 1-1,0 0 2,-5 2-1,5-2 0,-5 2 1,1-2-1,4 0 2,-7 2-2,4-1 1,3-1-2,-5 0 5,0 2-2,1 1 0,1-3-3,3 0 5,-5 2-4,2 0 2,3-2 2,-6 1-2,2 1-1,1 0 0,0 0 2,2 1 1,-2-1-5,0 0 2,1-1 3,-1 1-3,1 1 3,-2-1-4,3 1 0,-1-1-1,-2 0 3,3 1 3,-2 0-6,0 1 0,2 0 5,-1-1-2,-2 0 2,1 1 1,2 0-2,-1 1-3,1 0 2,-2-2-2,3 2-2,-1-3-1,-1 3 7,2-1-3,0-2-3,-1 1 4,-2 2 1,3-2-2,0 2 3,0-1-4,-3 0-1,3 1 6,0-1-2,0-1-2,0 1 3,0-1 4,0 1-4,0-1-7,0 1 4,0 0 0,0 1 0,0-2-3,3 2 6,-3-2-2,0 1 4,0 0-5,3 0 2,-3-1 0,1 0-1,-1 2-9,0-1 7,0-1 5,0 1-3,2-1 1,-1 2-2,-1-1 1,3 0 1,-2-1-5,-1 0 3,3 0 1,-3 1-9,3-1 9,-2 2 1,2-3 2,-1 2-3,-1-2 0,0 1 3,2-1-4,0 2 2,-3-3 3,3 0-5,-2 1 1,2 1 0,1 1 0,-2-3 0,-1 1 6,3 2-7,-2-2 4,1 1-1,-1 0-4,1-1 5,0 1-1,-2-1-2,-1-2 1,3 5 3,0-4-5,0 0 4,1 2-6,-4-3 5,4 3-1,-1 1-1,-3-4 0,4 2 1,-1-1-3,0 0 2,1 0-2,-4-1 2,5 1-1,-5-1 4,4 3-2,-1-2 0,-3-1 2,0 0-3,5 1 0,-2 0 2,-3-1-1,6 0 0,-6 0 2,5 0-1,-5 0-5,7-1 1,-7 1 4,3-1-4,1-2 2,-4 3 0,6 0 0,-5-2 1,5 0 4,-6 1-9,4-2 2,-4 3 2,7-4-1,-4 2 2,1 1 3,-1-2-5,1 1 1,-2-2 0,2-2-1,0 3 2,-1-1-3,-3 0 2,4 2 0,-1 0 0,0-2 1,-2 0-3,2 2 7,0 0-5,-2-4 0,1 2 2,-1-1-4,2-3 3,-3 4-2,3 0-2,-2 0 1,-1-1 0,2 0 0,0 1 0,0-1 4,-1 1-1,1-1-1,-1 0 0,-1 1-2,0 1 1,0-2-1,0 1 0,0 0 1,0-2-1,0 2-2,0 2-1,0-3 1,0 1-4,0-2 0,-1 2 0,-1 0 1,2 0-3,0-1-2,0 0 4,0 2 2,-3-2-1,2 3 1,1-3-1,-3 1 2,3-1 2,-1 2-4,-1-2 0,1 0-2,0 0-3,-1 1 9,1 2-10,-1-3 5,2 1-1,-1 1 1,-2-1 0,2 0 3,-2 2-2,0-2 4,0 0-3,2 2 5,-2-2-3,2 1 1,-1 1 1,-2-1-1,4 1-5,0 2 2,-6-4 1,2 2 4,1 1 1,-1-1 3,4 2-3,-7-1-4,7 1 6,-4-2-3,4 2 0,-6 2 0,6-2 2,-10 1 3,9 0-4,1-1 2,-10 2-2,7-1-2,-1 0 6,1-1-3,3 0-2,-7 4 2,4-3-6,-2 2 3,-1-1 1,2 0-1,0 0 1,-1 2-6,1-2 0,1 2-4,-2-2-5,1 1-8,-1 1-2,1-3-4,1 3-1,-1-1-3,0-1 1,1 2-7,0-3-5,-1 3-3,1-1-11,2 1-1,-1-1-9,1 0 1,-2 2-6,2-3-7,-1 2 5,1 1-7,1-1-12,-2 0 3,1 0-5,0 0-70,-1-1-180,1 2 80</inkml:trace>
  <inkml:trace contextRef="#ctx0" brushRef="#br1" timeOffset="221166.0269">20213 8782 35,'0'0'52,"0"0"1,0 0-4,0 0 3,0 0-2,0 0-4,0 0-1,0 0 3,0 0 9,0 0 4,0 0-1,0 0 1,0 0 2,0 0 3,0 0-1,0 0 1,0 0 7,0 0 0,0 0-2,0 0 8,0 0-1,0 0-2,0 0 6,0 0-5,0 0-1,0 0-2,0 0-3,0 0 3,0 0-1,0 0-2,0 0 1,0 0-1,0 0-6,0 0-1,0 0-2,0 0 1,0 0-8,0 0 0,0 0-3,0-5-1,0 4-6,3-2-6,-1 1-1,0-3-4,1 0 2,1-1-2,1 0-6,0-1-1,-1-1-2,2 0-4,0 0 0,1 0 0,-3 0-6,2 0-1,2-3 2,-1 1-5,-3 2 2,-1-1-1,1 1-2,-1 0 0,1 2-3,-1 2-1,0-2 2,1 2-2,-1 0 0,0 0 0,-2 1-3,-1 0 3,0 1-1,3 0 2,-3 2-2,0 0 4,0-4-6,4 2-1,-4 2 4,0 0 0,0 0 6,0 0 10,-4 10 3,4-2 1,-3 0 1,3 0 8,-4 4-2,4-4 0,-3 5 1,0-3 1,2 3 0,1-1-3,-3 0-2,3-1-4,0-1 0,0 1-4,3 3-2,-3-3 8,0 2-14,4-3 3,-1-2-3,-3 1-3,3 3 0,-2-4-2,2 1-3,0 0 3,0 1-3,-2-3-1,2 1-3,1 0 3,-2-1 2,-1-2-3,3-1 2,-1 3 0,-3-4-2,0 2-2,4-2 3,-2 0-4,-1 0 1,-1 0 3,2-1-6,-2-2 0,1 4 3,0-1-2,-1-3 4,0 0-3,2 3-1,-2-3-1,1 2 0,-1-2 3,0 0-2,0 0-1,0 0 1,0 0-1,0 0-1,0 0 2,-3 5-6,3-5 6,-4 2 0,1-1 3,3-1-3,-7 2 0,3 0 3,1-1-11,-1 0 10,0 0 2,-2 2-5,2-3 1,-2 0 0,2 1 1,-3 0-5,4 0 4,-2-1 1,5 0-4,-5 1 10,0 0-3,5-1 5,-6 1 1,6-1-5,-3 1 4,3-1 0,0 0 2,-5 3-1,5-3 5,0 0 3,0 0 4,0 0-6,-7-4 4,7 4 2,0 0 1,0 0-6,0 0 5,0 0-1,0 0 4,0 0 4,0 0-13,0 0 4,-6 0-6,6 0-1,0 0 1,0 0-5,0 0-6,0 0 13,0 0-12,0 0 8,0 0-3,0 0-2,0 0 1,0 0-2,0 0 2,20-1-2,-15 1 0,0 0-3,-1 1 4,4-1 15,-4 1-16,-4-1 1,10-2-1,-4 2 0,-2 1-5,2 0 0,-2-1 3,-4 0-5,10 0 7,-6-1-10,-4 1 10,7-1-4,-7 1 3,6 0-1,-6 0 0,0 0 9,4 1-13,-4-1 3,6-1-2,-6 1-5,0 0 15,0 0-15,0 0 0,7 0 4,-7 0 2,0 0-13,0 0-2,0 0 1,0 0 0,4-1 3,-4 1-12,0 0-3,0 0-9,0 0-2,0 0-5,0 0-4,0 0-5,0 0-15,0 0-8,0 0-17,0 0-13,0 0-19,0 0-20,0 0-13,0 0-21,0 0-16,0 0-14,0 0-9,0 0-12,0 0-163,0 0-422,0 0 186</inkml:trace>
  <inkml:trace contextRef="#ctx0" brushRef="#br0" timeOffset="230441.4056">11200 5818 19,'0'0'34,"0"0"0,0-3 1,0 3 3,0 0 4,-3-3 0,3 3 1,0 0-4,0 0 2,0 0 10,-3-2-8,3 2 3,0 0 4,0 0 4,0 0-3,0 0-3,0 0 5,0 0-2,0 0-6,0 0 8,0 0 3,0 0-11,0 0 2,0 0-1,0 0-9,0 0-3,0 0 4,0 0-7,0 0-4,0 0 4,0 0-11,0 0 2,0 0 6,0 0 3,0 0 0,0 0-1,0 0-4,6 8 0,-2-7-7,-4 1 1,3-1 0,1 3 8,-1-3-6,0 1 2,0-1-1,1 1-5,-1 0-5,1-1 4,0 1-3,1 0 0,-1-1-4,-4-1 2,8 0-2,-4 0 0,-4 0-4,10-1 0,-7 0 1,3-1-12,-6 2 11,8-1 2,-5 0 3,1-1-3,-1-1 0,1 2 0,-1-1-2,1 2 0,-4 0-4,5-4-10,-3 1 15,1 2-3,0-2-4,-3 0 8,3 1-2,-2 0 0,-1 2 1,3-3-3,1 2 2,-4 1-6,0-4 3,0 4 0,2-2-11,-2 2 1,0 0-10,0 0-10,0 0-11,0 0-11,0 0-14,0 0-13,1-2-6,-1 2-10,0 0-10,0 0-23,0 0-81,0 0-221,0 0 99</inkml:trace>
  <inkml:trace contextRef="#ctx0" brushRef="#br0" timeOffset="231544.7198">9193 5799 24,'0'0'77,"0"0"-10,1-3-6,-1 3 0,0 0-8,0 0-4,0 0 2,0 0-14,0 0 1,0 0-9,3-1 6,-3 1 4,0 0 5,0 0 6,3 6-10,0-4-1,-2 1-6,2-1-2,0 0 2,0 2-6,0-1-1,1-1-5,-1 1-4,2 1 5,-1-2-3,-1 2-2,1-2 11,2 0-15,-2 0 1,-1 1-1,3-3-1,-1 1-1,-2 1-3,0-1 6,-3-1-5,7 0-4,-7 0 2,7 0 7,-3 0 0,-4 0-6,6 0 9,-6 0-9,0 0 3,4-4-1,-2 4-2,-2 0-3,2-4-1,0 2 3,-2 2-2,3-3-1,-2 1 1,-1-1 2,0 3-6,4-5 1,-4 4-3,2-2-19,-1 1-2,-1 2-12,3-5-7,-3 5-11,1-2-12,1 1-11,-2 1-14,0 0-62,3-2-165,-3 2 73</inkml:trace>
  <inkml:trace contextRef="#ctx0" brushRef="#br0" timeOffset="233083.0792">18989 6706 51,'0'0'117,"0"0"-4,-4-3 0,4 3-14,0 0 2,0 0-9,0 0-8,0 0-1,0 0-3,0 0-4,0 0-8,0 0-2,0 0-8,0 0-5,0-4-7,4 3 1,-4 1 2,7-6-8,-4 1-6,4 0-4,-3-1-3,2 0-2,1-1-1,0 0-3,-1-2-3,1 3 0,-3-3 0,0 2-3,0-3-7,1 5 6,-1-4-10,-3 1 4,2 2-4,0 3 12,-2-2 0,2 2 3,-3-1 3,3 1-4,-3 1 0,0 2-1,3-3-4,-3 3-9,0 0 3,0 0 4,0 0 0,0 0 3,-4 12 3,1-4 4,0-2 4,0 3-3,2 1 5,-2 2-4,0 1 1,3-1-6,-1 2 5,-1-2-3,1 0-2,-1 0-1,1 1 0,2-4 2,-1 2-2,2-1-3,-2 0-2,1-3-2,1 3 0,-2-2-3,1 1 2,2 1-2,-2-2 0,2-2 1,-3 1 0,3 0-5,-2-3 1,2-1-1,-1 3 0,-1-3-9,-1 2 11,3 0-5,-2-1 1,1-4-2,-2 0 3,1 3-1,-1-3-2,1 3 5,-1-3-3,0 0 4,2 3-5,-2-3 5,0 0-5,0 0 4,0 0 2,0 0-13,0 0 8,0 0 2,-13-1-2,13 1 1,-7-1-1,7 1-1,-7-1 0,7 1 7,-6 0 13,6 0-3,0 0 0,-5 0 3,5 0 4,0 0 1,-3 2 0,3-2 0,0 0 1,0 0 0,0 0-3,0 0 2,0 0-6,-6-5 0,6 5-1,0 0-4,0 0 1,0 0-7,0 0 2,0 0 0,0 0-2,0 0-1,0 0 2,0 0 3,0 0-1,16 0-4,-16 0 2,8 0-2,-3 0-1,0 0 2,2 0-4,0-1-1,-2 1 1,0-1-2,1 0-9,-2 1-11,2 0-20,-1 0-11,-5 0-15,9 0-13,-6-2-14,-3 2-20,7 1-27,-7-1-4,5 0-16,-5 0-19,7-2-138,-7 2-339,0-1 151</inkml:trace>
  <inkml:trace contextRef="#ctx0" brushRef="#br0" timeOffset="234286.8271">18102 6745 19,'0'0'79,"0"0"1,-1 4 2,1-4-5,0 0-1,0 0 2,0 0-5,0 0-5,-2 2 0,2-2-5,0 0 1,0 0-6,0 0 5,0 0-9,0 0-4,0 0 1,0 0-4,0 0 2,0 0 5,0 0-10,7-8-3,-3 4-4,-1 0-9,1-2-7,1 2 11,-1-4-8,0 2-3,0 0-2,1 0-2,-3-3 0,3 3 0,-3-1-3,1 0 0,0 1-9,0-2 5,-2 2 0,2 1-2,-3-1 3,1 1 1,1 2 0,-1-1-7,1 1 3,-1 1-2,-1-1 1,2-1-1,-2 4-2,2-2 2,-2 2-1,0 0 1,0 0-3,0-3 0,0 3-5,0 0 1,0 0 1,0 0-4,0 0 8,0 10-6,0-5 4,-2 1 5,0 0 2,2 2-3,0-1-3,-3 2 10,3 3-6,-1-3 3,1-1 1,-2 5-3,1-1-2,1 1 2,1-2 0,1 0-3,-1 2 0,-1 0-1,2-5 2,-1 4-4,1-4-2,0 0 4,1 0-1,-1 0 1,0 1-1,-2-4 1,3 2 1,0 0-2,-3-2 2,1-2-3,2 1-3,-3-1 2,3 0 1,-3-1 1,0 1 0,0-3 1,1 2-1,-1-2 3,3 2-5,-3-2 0,0 0 4,0 0-1,0 4 6,0-4 0,0 0-3,0 0-3,0 0-4,0 0 3,0 0 1,0 0-2,0 0 4,-14-5-6,14 5-2,-7-1 8,4 0-3,3 1 2,-5 0 2,5 0 0,-6-1 10,6 1 6,0 0 0,-7 2 8,7-2-2,-3 0 1,3 0-4,0 0 4,0 0 1,0 0-7,0 0 2,0 0 1,-5-1-6,5 1 0,0 0-8,0 0 7,0 0-5,0 0 1,0 0-1,0 0-6,0 0 2,0 0-3,0 0 0,0 0 1,0 0 0,0 0 3,0 0-1,0 0-2,0 0 3,15-1 0,-15 1-1,7 0 2,-7 0-4,7-1-2,-3 2 1,-4-1-2,7-1 0,-1 1 1,-2-2-7,-4 2 0,6 1 5,-6-1-4,4-1-2,-4 1-8,0 0-4,7 0-4,-7 0-8,0 0-7,0 0-4,3-2-9,-3 2-5,0 0-5,0 0-12,0 0-9,0 0-14,0 0-12,0 0-18,0 0-2,0 0-26,0 0-10,0 0-82,0 0-258,0 0 115</inkml:trace>
  <inkml:trace contextRef="#ctx0" brushRef="#br0" timeOffset="248890.8513">18516 12492 41,'0'0'64,"0"0"-2,0 0 3,0 0-2,0 0 5,0 0-11,0 0 9,0 0-3,0 0 6,0 0-4,0 0 16,0 0-9,0 0 2,0 0 2,0 0-5,0 0-1,0 0-3,0 0-3,0 0-3,0 0-5,0 0-4,0 0 4,0 0-1,0 0-10,0 0 5,0 0-2,0 0-1,0 0-3,0 0 5,0 0 13,0 0-19,0 0 2,0 0 1,0 0-5,0 0 1,0 0 3,0 0 2,11-1-4,-8-1-1,4-2-2,-3 0-23,-1 1-6,3-3 3,-2 0 2,2-1-4,-1 2 0,2-4-1,0 1 0,-1 1-3,0 0-2,-1-1-3,2-3 5,0 1 3,-2-1-4,2 0-1,-2 0 3,-2 1-8,1 1 5,1 3-2,-1-3-2,-3 0 5,2 2-1,1 1-2,-1-2 1,1 2-3,-4 2 3,0-1-4,2 2 8,-1-1-4,-1 2 3,4-1-1,-4 3 4,0-4 1,0 2-1,0 2 1,0-3-1,0 3 2,0 0 2,0 0 0,0 0-2,0 0-3,0 0 0,0 0 0,0 0 1,0 9-2,0-5 0,-2 1-2,0 2 2,2 0 2,0-1-1,-3 3-2,3 2-6,0 1 10,0 1 0,0-5-2,0 5 3,0 1-6,0-2 1,0-1-6,0 1 7,3 0-3,-3 2 0,2-2 2,0-3-5,-2 4 3,0-1-4,3-3 8,-1 2-6,-2-2-4,0 1 3,2-1 0,-2-1 0,0 1-1,3-1-1,-1-1 2,0 2-5,1-4 1,-3 5 0,0-6-3,3 1-3,-2 1 2,2-3-4,-3 1 2,0 0 0,3-1-5,-3-1 2,3 1-1,-3-3-3,1 3 0,-1-3 3,0 3 3,0-3-1,0 0-1,0 0 0,3 1 3,-3-1 2,0 0-9,0 0 8,0 0-3,0 0 2,0 0-1,0 0 2,0 0-1,0 0 0,-17-2-1,14 1 3,3 1 1,-4-1 1,4 1-3,-10 1 5,10-1-1,-7 0 0,2 0 5,-1 0-7,2 1-1,0 0 5,4-1-3,-7 1 0,2-1 3,1 1-2,4-1 1,0 0 1,-8 0 0,8 0 0,-6-1 0,6 1-1,-4 3 4,4-3-2,0 0 3,0 0 2,0 0 0,0 0 2,-6 0 7,6 0-5,0 0 1,0 0 2,0 0 2,0 0 1,0 0 12,0 0 4,0 0 6,0 0-16,0 0 0,0 0 5,0 0 8,0 0 4,17 0-3,-13 2-2,0-2-2,2 1-8,-6-1 0,10 0 0,-4-1-2,-1 1-2,2 1-4,-4-1-1,4 1-1,-3-1-1,1 1-1,0 0-4,-5-1 1,10 1-3,-6-1 4,-4 0-3,7 0-2,-4 1 2,-3-1-1,7 1 2,-7-1-5,0 0-1,7-1 1,-7 1-1,0 0 3,3 1-6,-3-1 1,3 2 5,-3-2-5,0 0 4,0 0-2,0 0 0,0 0 0,0 0-1,0 0-3,0 0 2,0 0-1,0 0-1,0 0-2,0 0-3,0 0-1,0 0-1,0 0-1,0 0-9,0 0 0,0 0-12,0 0-5,0 0-4,0 0-11,0 0-1,6 0-2,-6 0-12,0 0-5,0 0-3,0 0-9,0 0-10,0 0-8,0 0-19,0 0-8,0 0-6,0 0-8,0 0-10,0 0-7,0 0-124,0 0-305,0 0 135</inkml:trace>
  <inkml:trace contextRef="#ctx0" brushRef="#br1" timeOffset="257115.2828">16791 8829 67,'0'0'149,"0"0"-6,-3 2 1,3-2-6,0 0-7,0 0 1,0 0-9,0 0 1,0 0-8,0 0 0,0 0-2,0 0-2,0 0-3,0 0-3,0 0-9,0 0-7,0 0-7,0 0-7,8-9-10,-5 5-3,3-2-9,1-1-8,0 0-1,0 1-5,3-4-2,1 1-7,0 0-2,-1 0-2,-3-2-4,0 6-2,4-4-4,-5 4 3,1-2-4,-3 0-3,-1 1 0,3 0-1,-5 2 0,3 0-3,-1 1 2,-1 1-2,-1 0 3,-1 2-4,0-4 2,4 1-1,-4 3-4,0 0 2,0 0 0,0 0-1,0 0-1,0 0 1,-7 9 4,4-3-2,-1 1 2,1 2 6,2 0-4,-5 3 5,5-1 5,-2-2 1,3 1-1,0 3-3,0 0-3,0-2 1,3 2-4,-2 0-1,-1 1 0,3-2-2,1 1-4,-2-3 6,2 3-4,-1-5-1,0 1-1,-2-1 1,3 0-3,-1-1-2,1 1 3,-1-3 5,0-1-8,-2 0 3,-1 1-4,3-2-2,-1 0-1,-2-1 1,0-2 1,2 5 0,-2-4 1,0-1 0,0 0 2,2 3-5,-2-3 1,0 0 2,-6 1-3,6-1 1,-8 2 0,2-2-1,3 1 8,-4-1-1,7 0-1,-10 1 2,3 0 3,0 0-1,0 1 2,0-1 0,-3 0 6,5 0 12,-1 0 3,3 0-2,0 0 3,-2-1-7,5 0 1,-4 2-1,4-2-8,-3 2 2,3-2-5,0 0 1,0 0-1,0 0 3,-2 3 6,2-3 3,0 0 4,9 1-2,-4-1-1,0 1-1,0-1 2,2 0-6,0-2-1,3 2-2,-3 0-1,-1 0-5,-2 0-1,3 0-3,0-1 3,-1 1-2,2 0 1,-2 0 3,-2-2-11,2 0 6,-2 2 1,0 0-7,-4 0 3,7 0-3,-7 0 0,6 0 1,-6 0 0,0 0-6,0 0-1,6 0-1,-6 0-3,0 0-7,2-2-8,-2 2-2,0 0-11,0 0-6,0 0-13,0 0-10,0 0-17,0 0-15,3-1-17,-3 1-17,0 0-22,0 0-19,0 0-22,0 0-17,0 0-25,0 0-145,0 0-410,0 0 181</inkml:trace>
  <inkml:trace contextRef="#ctx0" brushRef="#br0" timeOffset="267049.949">10966 5799 47,'0'0'99,"0"0"3,0 0-4,0 0-7,0 0 9,0 0-10,0 0-2,0 0 5,0 0-3,0 0 0,0 0-5,0 0-1,0 0 0,0 0-6,0 0-2,0 0 0,0 0-3,0 0-2,0 0-5,0 0-7,0 0-8,0 0 1,0 0-10,0 0 1,0 0-8,0 0-2,0 0 1,0 0-7,0 0-1,0 0-3,6 9 2,-3-8-2,-2 2 2,2-1-5,-2 1-2,2-1 3,0 0-4,1 1-4,-1-1-1,0 0 2,1 1-1,0-1-2,-1 0 0,1 0-3,-1 0 0,0 0 0,1-1-2,-1 1 2,-3-2 1,4 1-6,-1-1 1,-3 0 1,7 1-3,-7-1 3,7 0-3,-7 0 4,4-1-3,-1-2 1,-3 3-3,6-3 3,-3 1-2,-2 1-2,3-1 1,-2 0-2,-1 0-3,-1 2-4,4-4-1,-2 4-5,-2 0 1,3-2-3,-2-1 2,-1 3 0,0 0-3,3-2-3,-3 2 1,0 0-2,1-2 0,-1 2-3,0 0 0,0 0-2,0 0-10,0 0-7,2-3-7,-2 3-6,0 0-1,0 0-28,0 0 16,0 0-12,0 0-7,0 0-10,0 0-4,0 0-7,0 0-4,0 0-82,0 0-211,0 0 95</inkml:trace>
  <inkml:trace contextRef="#ctx0" brushRef="#br0" timeOffset="268435.0317">8994 5796 3,'-2'-3'68,"2"3"-2,0 0-10,0 0 7,-2-4-1,2 4 2,0 0-7,0 0 0,0 0 4,0 0-16,0 0 2,0 0 2,-1-1-10,1 1-8,0 0 2,0 0-4,0 0-2,0 0-4,0 0 3,0 0 5,0 0 2,3 9-16,-2-7 12,-1-2-3,1 7 5,2-5-7,-3 2 2,2-2-5,-1 2 0,0-3 2,1 2-4,-1 0 5,2-2-9,1 2 9,-1 0 1,1 0-8,-1-2 5,0 2 4,0-1 2,2 2 1,-2-1 3,3-2-7,-2 1 1,0-1-2,-1-1-7,-3 0 7,11 0 0,-11 0 0,6-1-2,-2-1-2,0 1-2,2-1-2,-2 0-1,-1-1 4,0 0-5,-2 1 1,2 0-2,0-1 1,-3 1-1,4 0-2,-1 0 3,-3-1-5,0 3 2,3-4-1,-2 3-2,-1 1-3,0 0 2,2-3-1,-2 3 0,0 0-7,0 0-15,0 0-12,0 0-8,4-2-12,-4 2-18,0 0-12,0 0-2,0 0-10,4 5-14,-4-5-26,3 4-71,-2-1-217,-1-1 96</inkml:trace>
  <inkml:trace contextRef="#ctx0" brushRef="#br0" timeOffset="270028.2399">15699 6621 87,'0'0'131,"0"0"-9,0 0-12,-7 5-4,4-2 10,3 1-6,-3 0-4,3 0-3,-1 1 3,-1 1-7,1 0 2,-2 2-2,3 0-1,-3-2-4,2 3-7,1 1 8,-1-2-8,1 1-2,-2 0-2,2 1-8,0-2-2,-1 1-6,1-1-4,0 1-2,1 0-7,1-1-6,-1-1 0,2 2-2,0 2-2,1-4-5,0 0-3,0 0-2,-1-1-2,1 2-5,2-2 0,-2 1-2,2-2-1,-2-1-3,0-2-2,3 2-3,0-2 0,-2 1 0,0-1-5,-1 0 0,2-1-1,1-1 1,-3 0 2,-1 1-1,-3-1-4,10-2 0,-4 0-1,-2 0 4,0-3-2,0 0 1,1 0-6,0 0 0,-2-3 2,1 2 0,2-2 0,-2 2 1,0-2-2,-1 1 2,1-1-2,2-2-2,-5 2 4,2 0-4,0 0 3,-2-2-2,2 2-1,-3-1 3,0-1-1,2 0 4,-2 2 1,-3-2-2,1 2 2,1-1-1,-2-1-2,2 0 1,-2 2 0,0-1 4,-1 0 1,0 0 0,-2 1 5,2 1-4,0-2 0,-1 4-1,0-3-3,-1 4 0,-1-1 0,4 2-2,-2 0 0,-1 1-1,-1 2-4,4 0 1,3 0-4,-11 0-3,5 1-10,-4 1-5,6 2-10,-3 2-14,0-1-9,0 4-14,1-2-14,1 0-21,-1 6-16,2-4-17,-2 4-10,4-4-19,0 1-9,-1 2-17,0-1-155,2 1-373,-2 1 165</inkml:trace>
  <inkml:trace contextRef="#ctx0" brushRef="#br0" timeOffset="271161.6455">14705 6569 73,'-2'-3'106,"2"3"2,0 0-8,0-4-5,0 4-6,0 0-5,-4-1 1,4 1-8,0 0-7,0 0 0,0 0-2,-7 5-4,4-3 1,2 0-5,-1 2-2,-2-2-4,3 2-5,-2 1 1,0 1 2,0 2-5,0 1 7,-1-4-5,1 4-3,-1 0 0,1-1-3,3 0-1,-4 2 1,4-1-9,-3 1 0,3 1-4,-3 1 3,3-2-10,3-2 4,-3 1-4,3 4-2,-3-4-8,4 1 6,-1 0-3,-2-4 0,2 2-3,2 1 0,-3-1-1,1-1-2,1 0-6,2 0 10,0-3-2,-1 2 0,-1 0 0,4-3-4,-3 0 1,2 2-3,-3-3 0,1 0 1,2 0-4,-2-1 2,2 1 2,-2-1-1,0-2 1,2-1-3,-2 1 4,0-1-6,2-1 7,-3-2-5,5 0 3,-5 1-3,3-3 1,-3 1 4,1-1-5,0 0-6,-2 0 5,1 0 1,0-3-1,1 3-4,-4-1-1,2-2 7,-2 1-2,1-2 0,-1 0 3,-1 2-2,2 0-1,-4-3 9,1 2-4,-1-2 3,-2 0-2,1 0-3,-2 0 5,0 4 2,0-3-1,-1 2-3,-1-3 0,3 4 4,-6-1 1,4 3 0,2-1 6,-3 2 8,2-1-3,0 3-6,-2 0 2,0 1-2,2 1-2,0 2-4,5-1-1,-12 2 0,5 2-2,0 0-9,1 2-9,0 0-17,1 2-9,-2 2-10,-2 1-22,2 1-11,3 1-24,-2 2-16,2-2-22,1 0-7,-1 2-23,4-2-3,0 6-100,0-5-294,0 1 131</inkml:trace>
  <inkml:trace contextRef="#ctx0" brushRef="#br0" timeOffset="279372.0658">15167 12485 103,'0'0'119,"0"0"-1,0 0 9,0 0-19,0 0 0,0 0-3,0 0-2,0 0-3,0 0 0,0 0-4,0 0-4,0 0 3,0 0-7,0 0-2,0 0-10,0 0 3,0 0-9,0 0-3,0 0-5,0 0-6,-6 3-1,6-3-6,0 0-1,0 0-2,0 0-8,0 0-4,0 0-1,0 0-7,0 0-1,0 0 2,0 0-1,0 0-5,0 0-3,8-10-4,-5 9 5,0-4-3,0 0-4,1-3 0,-1 2-5,2-1 5,0-1-2,0-2 0,-2 4 2,4-5-5,-4 2 1,1 0-6,3-2 9,-2 2-7,-3 1-4,1-2 2,1 1-5,-4 0-1,2 1 0,-1 1 2,1 3-1,-1-4-1,-1 4 1,1 1 2,-1-3 0,3 3 4,-6-1-4,3 4 2,3-3-1,-3 3-1,0-4 1,0 4-3,0-3 2,0 3-3,0 0 0,0 0 2,0 0-6,0 0 5,0 10 0,0-5 3,2 0 6,-2 0-1,0 3 4,1 0-5,-1 1 3,1 2 2,2 0 0,-3 2 7,0 0-5,3 0-3,-3 0-8,0-1 3,2 2 4,0 0-2,1-1 0,0 2-3,-2-1 4,-1-1-2,3 0-4,-3-1 2,4 0-2,-1-4 7,0 1-8,-3 1 3,4-2 4,-4 0-6,3 0 3,1 2-3,-1-3-7,1 0-1,-2 0-5,1-3 1,-2 1 4,2-1-6,-3 1 4,1-2-5,-1 1 3,2-2-1,-2-2-1,1 5-1,0-4 1,-1-1 5,2 2-5,-2-2 6,0 0 4,1 4-6,-1-4 4,0 2 4,0-2-5,0 0-4,0 0 2,-5 2 2,3 2 1,2-4-1,-7 0 6,7 0-7,-4 2 6,1 0-2,3-2 5,-7 0-4,3 2 3,1 0 2,-1 0 8,-2 0 1,6-2 5,-4 2 2,1 0 1,3-2-2,-10 0 1,6 1-2,1 0 3,3-1 4,-4 3 1,1-1 12,3-2-4,0 0-4,-3 1 2,3-1 4,0 0-5,0 0-1,-7 0-1,7 0-3,0 0 4,0 0-10,0 0-1,0 0-1,0 0 0,0 0-4,0 0-5,0 0 5,0 0 10,0 0 5,10 2 0,-10-2-4,9-1 1,-9 1 0,10-1 2,-5 2-3,2-1-3,0 0-2,0 1-7,0-1 1,-4 1 2,7 0 0,-4 0-3,2-1 1,-1 0-4,0 2-2,-3-2 1,2 0-5,-2 1 1,-4-1 3,9 0-2,-9 0 3,5 0-3,-2 2 4,-3-2-7,6-3 5,-6 3 0,0 0 4,0 0-8,5 3-3,-5-3 6,0 0-1,0 0 4,0 0-5,5 0-1,-5 0-5,0 0-4,0 0-2,2-5-8,-2 5-6,0 0-3,0 0-11,0 0 3,0 0-15,0 0-8,0 0-10,0 0-6,0 0-15,0 0-6,0 0-12,0 0-3,0 0-8,0 0-15,0 0-12,0 0-14,0 0 4,-1-3 1,1 3-15,0 0-90,0 0-279,0 0 124</inkml:trace>
  <inkml:trace contextRef="#ctx0" brushRef="#br1" timeOffset="285692.1036">13527 8733 125,'0'0'145,"0"0"-4,-3-1-6,3 1-1,0 0-9,0 0-7,0 0-12,-8 2-7,8-2-5,-6 1-7,5 2-1,-5-1 1,3 0-6,-1 1-3,1 1-2,0-1-6,-1 1-12,1 1 2,-1 0-1,-2 1-2,2 1-6,0 0 0,1-1-4,3-1-4,-3 2-4,-1 1 0,4-1-2,0 2 2,-3-1-6,6 0-1,-3-1-10,0 1 7,0 1-1,4 0-6,-1-2 5,0 0-7,1 1 1,-1 0-1,1-2 0,-1-2-1,1 2-2,3-2-2,-1 2-1,-2-3-3,3 1 0,-1 1 0,-2-2 2,3 0-5,0 2 2,0-4-2,-2 1-2,0 0 0,1 0 1,-1-1-3,0 0-1,0 0 3,-1 0-5,2-1 1,-6 0 0,9-1 2,-4 1-4,-2-2 2,4-1 2,-1 2-2,-3-1-3,1 0 4,1 1-2,-2-1 2,0-1-2,1 1 0,-1-2-1,-2 0 0,2 1 3,0 0-2,1-1 0,-1-1 1,0 1-3,0 0 4,-2-1 1,2 0-1,-3 0-8,3-1 5,-2 1-1,-1-1 1,0-1 0,0 0 2,3 1 0,-3-2-4,0 1 6,-3-1-5,3 3 0,0-3 1,-4 1 0,1-1 1,2 1-2,-2 0-1,0-1 4,-1 1-3,-2 1 2,2-2 0,-3 1 4,4 4 0,-2-5 4,0 4 3,-2-2-2,3 3-1,-2-2-2,-1 0 1,3 3 0,-1-1 3,0 1-2,1 0 1,-3 0 0,3 1-2,-2 0 1,1 0-3,-1 2-2,-1 1 1,0-1-2,-2 0 0,2 3-1,2 1-1,-1 0 1,-1 0-10,3 0-11,-2 2-14,-1 0-7,4-2-20,-1 2-14,1 1-17,-1-1-12,4 1-30,-3 0-18,3 2-13,0 2-18,2-2-143,-2 3-352,1-1 156</inkml:trace>
  <inkml:trace contextRef="#ctx0" brushRef="#br0" timeOffset="294386.7038">10697 5818 16,'0'0'55,"0"0"-3,0 0-6,0-4 1,0 4-5,0 0 2,0 0 3,-3-4-5,3 4 1,0 0-1,0 0 4,0 0 6,0 0-8,0 0 3,0 0-6,0 0 6,0 0 4,0 0-5,0 0 2,0 0-3,0 0-3,0 0-3,0 0 4,0 0-10,0 0 6,0 0-3,0 0-5,0 0-2,0 0-4,0 0-4,0 0 4,0 0-1,3 11-1,0-10-4,1 2 6,-4-3-9,3 2-1,1 0 1,-1 1 1,1-1-8,-1 0 3,3 0-3,-2 0 0,2-1-3,-1 0 5,1 1-2,-2-2 0,2 1-5,-1-1 3,1 0 2,0-1-4,-1-1 3,0 2 0,0-1-2,-1 1-2,2-3-1,-3 1 4,1 1 3,0-1-6,1 0-5,-1-1-3,-1 1 3,1-2 4,-3 3 0,2-1-1,1 1-1,-4 1 2,3-3-5,-3 3 4,4-3 2,-4 3-2,2-1-5,-2 1 3,0 0 4,0 0-10,0 0 6,3-2-6,-3 2 3,0 0-10,0 0-10,0 0-27,0 0-11,0 0-10,0 0-10,0 0-15,0 0-7,0 0-82,0 0-201,0 0 88</inkml:trace>
  <inkml:trace contextRef="#ctx0" brushRef="#br0" timeOffset="295453.6193">8737 5796 7,'0'0'28,"0"0"2,-2-3-5,2 3 1,0-4 4,0 4 0,0 0 7,0-6-1,0 6 1,0 0-7,0-3 4,0 3-4,0 0 1,-3-1 2,3 1-5,0 0 1,0 0-9,0-5 1,0 5 0,0 0-9,0 0 2,0 0 2,0 0 4,0 0-6,0 0 3,7 7-4,-4-5 9,0-1-15,1 3 15,-1-1 4,1 0-15,-1-1 5,1 1 1,-1 0 2,1 0-4,-1 0 0,4-1-1,-4 0-8,4 2 6,-3-2-2,3-1-4,-2 0 6,0 1 3,-2-2-1,3 0-8,-1 0 5,0 0-2,0-3-1,-1 2 4,1-2-1,0 0 4,0 1-7,-3 0 0,1 0 3,1-1-2,-2 1-2,-1-2-9,2 3 11,-3 1-15,4-5 12,-4 5-1,0 0-3,3-3 2,-3 3-5,0 0-3,0-4 1,0 4-8,0 0-6,0 0-19,0 0-19,7 7-24,-6-4-64,2 0-154,0 1 68</inkml:trace>
  <inkml:trace contextRef="#ctx0" brushRef="#br0" timeOffset="297863.5909">12207 6862 80,'0'0'125,"0"0"-7,-3 2-5,3-2-9,0 0 0,0 0-5,0 0-17,0 0 1,0 0-1,0 0-7,0 0-6,0 0-4,0 0-9,0 0 2,0 0-12,0 0 12,0 0-2,0 0 2,0 0-1,0 0-1,6-8 0,-3 5 1,0-1-12,2-2 2,2 0 0,-1-1-8,0 0-2,2-3-2,-2 3-7,1 0 4,-2 1-7,2-2 3,-1 1-7,0-1-4,-1 2 1,0-3-2,0 3-3,-1-3 1,1 4-6,0-4 3,-2 4-5,1-3 0,-1 4 3,-3-2-3,4 2-3,-4 0 6,3 1-3,-3-1-3,0 1 11,4 1-8,-4 2 10,0-3 2,0 3-5,0 0-1,0-4 0,0 4 0,0 0-4,0 0-3,0 0 4,0 0 1,-4 9-1,4-5-1,-3 1-4,3 2 4,-2 1-2,0 0-1,2 1 0,-3 3 1,3-1-5,0 1 2,-3 0 2,2 1-4,1-2 2,0 2-3,0 1 4,-1-1-2,1-3 2,0 5 1,0-1-2,1-3-3,-1-3 0,1 2 3,2 0-3,-3-2 2,3 0 0,-3-1-1,0-1 2,2-1-2,0-1 3,-2 3-6,3-4 5,-3-2-5,0 2 4,0 0-5,0-3 0,3 4 6,-2-2 1,-1-2 0,0 2 2,0-2 1,0 0-7,0 0 5,0 0-4,0 0 6,0 0 0,-7 1-4,7-1 0,0 0-2,-11-2 0,11 2-1,-7-1 4,4 0 5,3 1 2,-7-1-3,7 1 4,-7-1-4,7 1 0,-7 0 5,4-1 3,3 1-5,-8-2 2,8 2 4,-4 3-2,4-3 0,0 0-4,0 0-1,-7-1 3,7 1-8,0 0 3,0 0 0,0 0 1,0 0-1,0 0 0,-5-3-3,5 3 2,0 0 3,0 0-1,0 0 3,0 0 16,0 0 1,0 0 4,0 0-8,0 0 5,17 4-3,-14-4-5,3 0-1,-6 0-1,10 0 1,-1 1-4,-6-1-1,4 1-1,0-2-1,-2 1-3,0 0-2,2 1 2,-7-1-1,7-1-2,-1 2-2,-6-1-3,7-1 1,-7 1 1,4 1-4,-4-1 2,0 0-1,6 0 1,-6 0 0,0 0-3,0 0 0,0 0-28,4 1-14,-4-1-18,0 0-18,0 0-20,0 0-17,0 0-30,0 0 8,0 0-15,0 0-14,0 0-8,6-2-17,-6 2-119,0 0-337,0 0 149</inkml:trace>
  <inkml:trace contextRef="#ctx0" brushRef="#br0" timeOffset="299187.8377">11375 6608 110,'-2'-4'120,"-2"2"-10,4 2 2,-3-4 0,3 3-14,0 1 12,-7-4-4,7 4-13,-4-1 6,4 1-1,0 0-8,-7 0-8,7 0-3,-6 5-8,4-2-6,-1 0-8,-1 5 2,-1-1-4,2 0-2,-1 4-1,1 0 3,-1 2-9,1-3 6,-1 3-4,1-1-4,3-3-6,-1 0-1,0 1-3,1 2 1,0-3 0,1-1-1,0 4-2,2 0-3,1-5 1,1 1-4,-1 0 4,4-1 5,-3-1-5,2 2 3,0-2-3,1 4-4,2-4 1,1 0-3,-4-2-4,3 0 1,0-3 0,-2 1-3,2 0 3,-1-2-2,-1 0 1,2-1 3,-3-2-6,3 0 0,-2 0 0,1-1 6,-4-3-7,5 3-3,-3-4 1,0 1 1,-1 0-1,-2-1-4,3-1 1,0-1-3,-4 1 3,3-1-5,-2-3 4,-4 2 0,4 2-2,-1-5 1,-3 2-3,-3-2 1,2 2-3,-2-1 3,0 1-1,-1 0 3,-2 2-5,-1-2 4,0 1 0,0 1 2,0 0-1,0 4-2,-1-1 0,-1 3 0,2-3 0,-4 2-3,1 2 0,-1 0-3,-5 3 4,6 0 0,2 1 0,-3 1-3,-2 1 0,0 4-1,-1 0-4,3 3 2,0 0 3,-3 4-1,1 0-3,3-1-1,2-1-2,-2 3-21,1-1-9,2 3-18,3-3-13,-2 0-17,5 6-21,0-6-11,-1 0-18,4 0-13,-1 0-2,3 4-11,2-4-18,-2-4-142,0 3-345,1-3 152</inkml:trace>
  <inkml:trace contextRef="#ctx0" brushRef="#br0" timeOffset="306246.6481">11787 12450 108,'0'0'133,"-1"4"-7,1-4-1,-3 2 4,3-2-4,-1 3-3,1-3-7,-3 4-3,3-4-2,0 1-2,0-1-8,0 0-7,0 0-6,0 0-1,-3 2-4,3-2-8,0 0 0,0 0-1,0 0-8,0 0 1,-3 2-3,3-2-3,0 0-2,0 0 3,0 0-1,0 0-5,0 0 3,0 0-7,0 0-3,0 0-2,0 0 1,0 0-3,5-11-7,-1 8 0,-1-2-2,1 2-3,0-3-4,0 0-2,3 2-4,-2-3-5,0 0 3,-1-1-4,6-1-2,-7 1 0,1 0 0,3-2 4,-1 2-8,-2 1-4,-1-1-1,1-1 2,-1 3-2,1-2 0,-1 0-1,0 2 5,-2 0 0,1 2-4,-1 0-5,1 0 3,-1 0 3,-1 1-5,0-1 0,0 0-3,0 4 4,3-4 1,-3 4-1,1-2-1,-1 2 1,0-4 4,0 4-3,0 0 1,0 0 3,0 0-1,0 0 0,0 0 0,0 0 5,0 0-5,0 13 3,0-7 4,0 1 2,2 0 1,-1 0 2,-1 3-6,1-1-2,2 4 1,0-2-1,-3 1-1,0-2-1,0 0-1,3 2 0,-2-3 0,-1 5-2,0-6-1,5 4 2,-3-3-1,1 0 0,0 2-2,-2 2-3,2-3 2,0-2 0,0 1 1,0-2-1,-2 2-3,-1-2 1,3 0 0,-2 0-2,2 0 2,0-3-3,1 3-4,-2-2 1,-1-2-3,0 2-1,2-2-4,-3-1 0,2 1 1,-2-3-3,1 5-4,0-5 3,1 3-2,-2-3 7,1 2-6,-1-2-2,0 0 5,2 2 3,-2-2-4,0 0 6,0 0 2,0 0-4,1 2 0,-1-2 2,0 0-2,0 0 3,0 0 4,0 0-3,0 0 1,0 0-1,-14-1 2,11 1 1,3 0 0,-7 1 1,2 0 2,5-1-4,-8 0 3,8 0 0,-5 2 3,1-1 0,4-1-4,-7 1 8,7-1 2,-6 1-2,6-1 0,-7 0 5,3 0 0,4 0 12,-6 1 1,6-1-1,-3 1 1,3-1-2,-3 2 4,3-2 6,0 0-8,0 0 1,-5 0 5,5 0-3,0 0 1,0 0 3,0 0-2,0 0 4,0 0 0,0 0 1,0 0-1,0 0 4,0 0 7,0 0-7,0 0-1,0 0 2,0 0 3,0 0 1,0 0-11,0 0 0,0 0-3,0 0 2,0 0 3,11-4-7,-11 4 3,8-1-10,-2 1 0,0 0 3,-6 0-4,11 1-5,-11-1 4,10-1 2,-2 0-6,-8 1-6,10 0 8,-6-1-6,-4 1 2,10 0-5,-10 0 2,10-2 11,-10 2-11,7 2 0,-7-2 3,7 1-7,-7-1-1,0 0 4,10 0-5,-10 0 3,4-3 7,-4 3-4,0 0-4,0 0-3,0 0 3,10 0-1,-10 0-1,0 0-6,4-2 7,-4 2 1,0 0-4,0 0 4,0 0 3,0 0-6,0 0 2,0 0-4,0 0-11,0 0 1,0 0-8,3-1-7,-3 1-9,0 0-8,0 0-10,0 0-12,0 0-9,0 0-11,0 0-15,3 3-14,-3-3-19,0 0-19,0 0-19,0 0-21,0 0-9,0 0-19,0 0-7,0 0-148,0 0-409,0 0 182</inkml:trace>
  <inkml:trace contextRef="#ctx0" brushRef="#br1" timeOffset="312923.3155">9883 12373 154,'0'0'169,"-3"-1"-1,-1-1-3,4 2-11,-3-3-4,3 3-5,0 0-7,-3-2-8,3 2-7,0 0-17,0 0-5,-7 0-5,7 0-1,-4 4-1,1-2-11,1 2-5,-3 0 0,4 1-2,-3 2 0,1 1-9,0-1-3,2 3-7,-1 2-4,-1-3-4,2 3-4,0 0-6,1 0 0,0 0-4,0 0-1,1 0-5,-1-3 0,3 1 1,-2 0-9,2 1 1,0-3-4,0 0-1,0-1-6,-1 2 6,1 0-7,3-2 0,-2 1 3,0-1-1,3-1 2,0 0-2,0 1 2,-1-2-6,1 0 2,-3-1 0,3 0 5,0-2-8,0 2-2,-1-1 4,1-2-6,-3 1 2,5-2 0,-4 0 1,4 0-3,-1-2 3,-2 0-3,-2 0 2,3-2 4,-1 0-3,-2-2 0,3 1-1,-1-2 0,-1 0 3,0-1-2,0 1-3,2-3 4,-3-1-3,-1 2-3,0-1 4,1-2-5,-1 3 6,1-1-4,-4 0 1,3 2-1,-3-1 9,3 1-4,-3-1-1,-3 0 8,0-1 4,3 1 6,-1-2 2,-5 2-1,2 1 6,1-1 3,-1 2 5,-2 0 8,1 0-11,-2 0-6,0-1 13,-3 0-2,1 2-5,0-1 3,0 2-4,2 1-3,-3 0-5,3 0-7,-1 2-7,-1 1 5,2-1-4,0 1 3,0 2-14,0-1-2,3 3-25,-2-1-13,-1 3-12,4-1-20,-1 4-13,-1-1-28,3 2-22,-1-1-22,3 3-21,0 0-20,-3-1-31,6 2-19,-1 0-174,-2 2-451,1 0 199</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5-06-09T20:38:38.386"/>
    </inkml:context>
    <inkml:brush xml:id="br0">
      <inkml:brushProperty name="width" value="0.05292" units="cm"/>
      <inkml:brushProperty name="height" value="0.05292" units="cm"/>
      <inkml:brushProperty name="color" value="#FF0000"/>
    </inkml:brush>
  </inkml:definitions>
  <inkml:trace contextRef="#ctx0" brushRef="#br0">12655 7691 1,'0'0'39,"0"0"-1,0 0-4,0 0-6,-6 3 6,6-3 1,-1 2 0,1-2 7,-3 3-2,3-3 2,0 0 1,-3 2-10,3-2 3,0 0 1,-1 2-4,1-2-3,0 0 3,0 0 4,-3 2-9,3-2 4,0 0-2,0 0-2,0 0 5,0 0 3,0 0-3,0 0-8,0 0 9,0 0-2,0 0 9,0 0-2,0 0-2,7-8 2,-4 5-8,-2 0-4,5-2 1,1 0-5,-3-2 1,2 2-1,1-3-7,0-2 0,2 0-3,-2 0-2,0 0 0,-3 2-2,4-5 0,-2 3 9,-2 2-12,3-4 14,-4 3-8,1 0 4,-1 1-1,0 2 2,-2-1-4,2-1-4,0 4 2,-2-1 8,1 2-4,-1-2 8,-1 3-4,2 0 6,-1-1-2,-1 3-5,1-4 0,-1 4 3,0 0-5,0 0 3,0 0-4,0 0 2,0 0 5,0 0 1,0 0 2,-4 12-2,4-8 4,-1 4 5,-1-1 1,1 1-2,1 1-1,0 1-6,0-2 1,-3 5-1,5-4 2,-4 5-3,2-1-7,2-1-1,-1 3 4,-1-1-4,-1 0 0,1-1-3,1 0-1,-1 0 0,1 0-4,2-2 3,-3-1-3,2-2 2,-1 1-3,0-1-1,1-1-2,-1 1 2,1-4 0,-1 2-4,-1 0 1,1-3-1,1 1 2,-1 0-2,-1-2 2,0-2-2,2 4-1,-2 0 6,0-4-2,0 0 1,1 2 3,-1-2-5,0 0-3,0 0 2,0 0-1,0 0 2,-8 1-3,8-1 5,0 0-1,-9-1 1,9 1 5,-8 0-8,8 0 11,-9 0 8,5 1 2,4-1-3,-8 1 5,3-1 2,1 2 6,1-1-2,-2-1-1,5 0 8,-6 0 3,3 2-3,3-2-3,-4 1-1,4-1-4,0 0-3,-6 0-2,6 0-4,0 0 2,0 0 1,0 0 2,0 0 4,0 0 1,0 0-2,0 0-1,0 0 0,0 0 2,12 4-3,-12-4 0,5 0-3,-2 0 0,3 1-10,-6-1 7,8 0 1,-4-1-7,-4 1-2,9 1-2,-5-1 8,0 0-8,-4 0-7,7-1 7,-2 2-3,-5-1-1,7 0-7,-7 0-14,5-1-11,-5 1-13,6 0-12,-6 0-18,0 0-17,6 0-15,-6 0-17,5 0-21,-1-1-25,-4 1-13,6-3-7,-2 2-9,0-1-145,2 2-366,-2-3 162</inkml:trace>
  <inkml:trace contextRef="#ctx0" brushRef="#br0" timeOffset="768.2668">12907 7571 151,'-4'-1'177,"4"1"-10,0-3-5,0 3-10,0-3-7,0 3-10,3-4-11,-2 1-17,2 1-1,1 0-13,-1 0-5,4-2-8,-3 2-9,5-1-4,-1 2-6,-1-2-5,3 2-6,-3 0-4,3 0-8,-3 1-2,0 0 0,0 0-10,0 1 4,-1-1-7,-2 2 0,2-1-3,-1 2 2,-2 0-1,0 1-4,0 1 2,-2 0 1,1 1 4,-1 0-2,-2 1 4,-1 1 0,-1 0 1,2 2-3,-3-2 0,-2 3 5,2 1 4,-6 0-2,3-2-4,1 2-1,-2 0-3,-2 1 0,3-3 2,0 2-3,1-1-4,-1-4 0,2 2 0,0-4-2,1 4-4,3-5-2,-2 2-2,3-4-1,0 3 3,0 0-3,0-2-2,0 0-1,1-1 5,2 2-3,0-1 2,1-2 2,3 0-1,0-1 1,-2 1 2,3-1-4,-1 0 2,0 0-1,4-1 0,-2 1-4,-1 0 0,2-1-2,-3 0 1,3 1 2,-3 0-3,0-2 0,-1 2-5,-2 0-4,2 0-4,-1-3-3,0 3-6,-5 0-10,5 0-7,-1 2-13,-4-2-11,5-3-14,-5 3-11,0 0-18,5 0-15,-5 0-15,0 0-14,0 0-10,7 1-16,-4 1-133,-3-2-330,3 3 147</inkml:trace>
  <inkml:trace contextRef="#ctx0" brushRef="#br0" timeOffset="3418.7184">12735 8204 67,'-1'2'95,"1"-2"-4,0 0-4,0 0-3,0 0-1,0 0-15,0 0-4,1 3-7,-1-3 3,0 0 3,0 0 8,0 0-2,6-8-9,-2 5 2,-1-2-11,1-1 2,-1 1-11,3-3-2,-2 2-4,0-2-8,0 1-2,2-2-3,-2 1-2,3 1 2,-4-1-6,1 2 2,-1-2-5,1 1 1,-1 2 1,0 1-4,1-1 3,-4 1 5,3 2 5,-3-2-1,0 2 5,0 2-2,2-4-1,-2 4 1,2-2 0,-2 2-2,3-2-2,-3 2-6,0 0 1,0 0 2,0 0 1,-5 10 3,3-5 3,-1 1 6,3-1-7,-3 3 8,2 1-9,1-1 2,-1-1 0,1 2-3,-2 2-1,2 2 0,2-4-1,-1 1 1,-1 0-3,4 2-1,-4-1 0,0-2-2,3 0-6,-3 0 2,0-1 0,2 0-4,0 0-1,1 0-1,-3-3 3,3 1-5,-2 0 1,2-2 0,-3 1-1,3 0 0,1-1 4,-4 0-3,3-2-6,-3 1 2,4-1-5,-4-2 1,2 4 0,-2-1 4,0-3-2,1 2 1,-1-2-2,0 3-2,0-3 1,0 0 2,-3 2 0,3-2-3,0 0 4,-7 0-3,7 0 1,-7 0 0,7 0 4,-7 0-4,7 0-1,-7 0-1,7 0 3,-8 0-1,3 0 1,5 0 1,-7 2-3,0-2 2,3 0 2,4 0 12,-6 3 6,6-3 0,-4 0 2,4 0-2,-7 1 3,7-1-2,-3 1 7,3-1-7,0 0 8,0 0-4,0 0-4,0 0 2,0 0-5,0 0 4,0 0 1,0 0 7,0 0 2,0 0-2,0 0-1,0 0-4,0 0 0,13-5-1,-13 5-1,6 0-8,-6 0 0,5-2-2,0 1 0,-5 1-3,5 0-1,-2-1 1,-3 1-7,7 0-5,-7 0-14,0 0-13,7 0-17,-7 0-10,0 0-20,7 0-16,-7 0-20,4 0-15,-4 0-15,3-1-9,-3 1-5,0 0-11,6-1-8,-6 1-106,4-1-302,-1-1 134</inkml:trace>
  <inkml:trace contextRef="#ctx0" brushRef="#br0" timeOffset="4880.8037">12593 8496 37,'-3'0'148,"3"0"-5,0 0-7,-7 0-2,7 0-16,0 0-6,-4 0-9,4 0-3,0 0-3,0 0 8,0 0 0,0 0-3,0 0-2,16 1-10,-8-2-6,2 1-2,0 0-9,2-1-3,5 2-2,0-1-3,0 0-5,4-2-4,0 0-6,2 1 0,-1 0-3,2 0-7,0 0 0,2-1 1,-2 0-11,2 0 1,-2 0-6,0-1 3,2 1-3,-1 0 0,-1 2-2,-2-2 0,0-2-1,-1 4-5,-7-2-3,0 0 1,-1 2 0,-4 0-3,7 0 0,-8 0-3,2 0 1,0-1-2,-3 1 4,2 0-5,-4 0-1,1 1-2,-2-1 2,0-1-3,-4 1 1,7 1-1,-7-1 1,0 0-1,7 0-2,-7 0 1,0 0-2,3 0 5,-3 0 2,3 1-4,-3-1-1,0 0 0,0 0-3,0 0-5,0 0-4,0 0-9,0 0-12,0 0-10,4 2-11,-4-2-10,0 0-14,0 0-7,0 0-14,0 0-19,2 3-10,-2-3-15,0 0-16,4 2-15,-4-2-109,0 0-305,0 0 136</inkml:trace>
  <inkml:trace contextRef="#ctx0" brushRef="#br0" timeOffset="7461.8271">13051 8174 22,'0'0'25,"0"0"-7,0 0-7,0 0-3,0 0-11,0 0-11,0 0-15,0 0 7</inkml:trace>
  <inkml:trace contextRef="#ctx0" brushRef="#br0" timeOffset="9223.6196">13183 8654 106,'0'0'108,"-4"-1"-5,4 1-1,0 0 2,-3-3-4,3 3-2,-4-2-6,4 2-5,0 0-6,-4-1-4,4 1-1,0 0-8,0 0-3,-9 3 0,5-2 1,1 2-6,2-1-4,-2 0 3,0 1-9,-1 0-2,1-1-5,0 3-6,1 0 2,-3-1 1,3 0-1,-1 0-4,1 2-1,2-1-2,-4 2-1,1-2 3,3 2-7,-4 1 0,4-2-4,-1 2 0,1-4-4,-2 1 1,2 0-2,0 3 0,0-1-3,2-1 1,-2-1-3,2 2-2,0-1 1,-1-3-3,1 1-1,-1 1 0,3 0-2,-1-1 4,1 0-3,-1 0-1,0-2-2,1 2 3,-1-1-6,1 0 4,-1 0-2,0 0-1,-2-1-2,2 1 3,1-1-1,-1 0-1,0 0 0,0-1 1,1 2-1,-4-2-4,0-1 7,7 1-3,-4 0-1,-3-1-2,4 1 4,0-1-2,-4 0 0,5 0 2,-5 0 1,7 0-4,-7 0 2,5-2-3,-5 2-1,6-2 5,-5 2-4,2-3 2,0 1-4,0 0 0,0 0 2,-3 2-5,4-5 8,-3 4-1,2-2-3,-2-1-2,2 0 3,0 1 0,-2 0 1,1-1-1,-1 0 0,1 1 2,-1-1 2,-1-1-2,2 2 1,0-1-3,-2 0 1,0-1 0,2 2 1,-1-2 1,-1 0-2,2 0 1,-2 1-2,0 0 4,1 0-2,-2-1-2,1 2 1,-2-2 0,4 2 4,-4-3-2,2 2-4,0-1 5,0 0-1,0 1 0,-1 0 3,-1-1-2,2 1 1,0-2-1,0 2 6,-2 0 3,0 1 0,2-1-2,-1 0-2,-1 1 0,1-2 3,-2 0-3,2 0 1,-1 1 2,-1-2 3,2 5-1,-2-3 4,0 2-3,-1-2-2,1 1-1,-1 3-1,3-3 2,-5 3-3,2-3-3,4 3-1,-10 0 1,10 0-2,-10 1-1,3 1 0,4 1-1,-4-1-2,3 2-9,-2-1-2,2 1-14,-3 0-9,4 0-10,-1 1-21,1-2-8,-1 2-9,1 0-20,0-2-17,1 2-13,0-1-10,-1 0-9,3 0-108,-2 0-279,0 1 123</inkml:trace>
  <inkml:trace contextRef="#ctx0" brushRef="#br0" timeOffset="24791.287">13023 8149 137,'-3'-3'151,"3"1"1,0 2-1,-3-5-13,3 5-7,0-5-2,0 2-6,0 1 1,0 2-9,0-4-5,0 4-11,3-4-5,-2 2-13,-1 0 0,3 0-7,-1-2-8,2 1-6,0 0-1,0 0-9,2 1-3,0 0-4,1 0-2,-2 1-4,4-1-5,-4 2-4,2 0 1,0 2-6,0-1-1,-2 2 0,2-1-2,0 2 0,-2 2-4,2-2-2,-4 2 1,0-2-4,1 3 1,-4 0-5,3 0 2,-3-2 1,0 3-2,0-4 4,-3 3 1,3-3-2,-3 1-2,2 0 3,-2-2-2,0 0 4,-1 2 4,1-2-5,1-1-1,-1 1-1,1-1-1,-1 0 4,3-2-2,-2 2-4,2-2 3,-2 2-1,2-2-5,0 0-4,-4 2-2,4-2-6,0 0-10,0 0-4,0 0 1,0 0 0,0 0-3,14-2-2,-14 2-5,9 0 2,-4 0 5,-1 0 4,2 2-8,-2-1 2,3 2 8,-4-1 0,1 0 1,2 2 5,-3-1-1,-2 1 3,2 2-1,0-3 5,-2 2-1,-1 0 6,0 0 8,0 0 5,-4 2 7,1-3 7,-1 2 3,1-2 6,-4 1 6,4 0 2,-4-1 5,-3-1-3,3-1-7,0 2 0,-3-2-3,2 0-4,0-2-3,-1 2 2,1-2-7,-1 0-5,2 0 0,0 1-1,2-2-7,-1 1-8,0-2-13,6 2-14,-8 0-20,6-2-19,2 2-23,-7 0-26,7 0-23,0 0-23,-4-1-18,4 1-10,0 0-12,0 0-108,0 0-330,0 0 146</inkml:trace>
  <inkml:trace contextRef="#ctx0" brushRef="#br0" timeOffset="28940.2485">13247 8510 22,'-2'-2'90,"2"2"-3,0 0 6,-3-2-2,3 2 7,0 0 2,0 0 3,0 0-6,-2-2-3,2 2-8,0 0-3,0 0-10,-7 0 1,7 0 1,-5 2-5,1 0-1,4-2-1,-3 2 1,-1 0-3,1 1-2,1-1 4,-1 2-4,0-1-2,0-1 1,-1-1-3,0 6-3,-1-4 1,3 0 0,-3 2-3,1-2-3,1 0-2,-1 1-2,1 0-2,-1 0-4,1 3-4,0 0 5,-4 0-1,6-2-4,-5 2 0,2 0-3,1-3-5,-1 3 0,3 1-2,-1-3 0,-1 3-1,1-1 1,0-1-2,-1 0-2,3 3 0,-4-3-6,4 2-2,-1-3 0,-1 1-4,2 0 0,0 0 9,0 0-12,0 2 1,0-1 4,2-2-7,-1 1 0,-1-3-3,2 3 4,0 2 2,0-4-8,-1 4-1,3-3 4,-4 3-1,3-3 1,-1 1-3,-1-1 1,3 1-4,-1-2 4,1 0-2,-1 2 0,0-2 3,1 1-4,-1-2 3,-2 0 2,5 1-5,-2-1 2,-1 1-1,0-3 1,1 1-1,-4 0 0,4 0-3,-2 1 3,1-1-1,-1 0 1,-2-2-2,3 2 1,0-1-3,-3-1 4,4 2 1,-4-2-4,0 0 2,7 0 3,-7 0-3,0 0 2,7-2-5,-4 0 1,-3 2-3,4-4 0,-1 3 2,1-1-6,-2-1 1,1 2-2,-2-2-2,3 0 1,-2 0 0,0-1-3,1 1 3,0-2-1,-1 2-1,0 1 0,0-2 3,-1 1 1,2 0 1,-2-1 4,1 1-5,-1 0 6,1-1-4,-1 0 2,-1 0-1,0 1 0,0-1 1,-1 0 2,2-2-2,-2 3 2,-1-2 2,2 1-1,-3 0-3,3-1 5,-4 1 2,3-1-3,-1 2 5,0-1-7,0 1 4,1-2-2,-1 2 1,-1 0 4,1-1 0,0 2 4,-2 0 3,1-2-3,0 3 2,1-1 4,2 2-4,-9-2 2,6 1-3,3 1 2,-8-1-2,8 1 3,-9 1-2,5-2 1,4 1 3,-7 0-2,3 1-5,0 1 4,1 0-1,-3 0-4,2 2 2,1 0 0,0 0-2,-1-2-3,1 3 4,2-1-3,-2 0-1,0-1 4,-1 3-5,1-3 5,0 3-8,2-2 0,0 0 1,-1 2 3,-1-2 0,3 2 0,0-2-1,0 1-2,-2-1 5,0 0-7,2-2 5,-1 3-3,-1-3 0,2 1-2,0-3 1,0 4-1,0-4 3,0 0-1,0 3-2,0-3 4,0 0-1,0 0 0,0 0-1,0 0 2,0 3-4,0-3 2,0 0-2,0 0 4,0 0 0,0 0-2,0 0 1,0 0 0,0 0-3,5-7 2,-3 4 0,-2 0 4,3 1-5,-3-3-2,3 1 0,-2 0 3,2-1-6,0 2-3,1 0-2,-1-3-2,0 3-1,-2 0 1,2-1 4,1 1 0,-4 0-1,3 1-3,0-2-4,1 2-2,-1 0-2,1-2 4,-1 2-5,0 1 4,0-1 1,1 0-1,-1 2 4,-3 0 2,4-3-1,0 3 0,-4 0 2,0 0 1,10 3 3,-7-3 0,0 3 3,1-1-2,-1 3 1,1-3 3,-3 1-2,2 3 2,0-3 3,0 2-3,-2 1 1,1-2-1,-1 1-2,0 0 4,-2 1-1,2-2-1,-2 1 0,1-1 3,0 2 5,0-1-5,-1-2 2,-1 2 4,1-1 0,-2 1-2,2 0-2,-1-1 8,-1 0-7,-1-1 4,3 0 2,-2 0 5,0 1-7,0-2 1,-1 1 2,1 0 1,-1-2 0,1 1 1,-1-1 0,0 2 0,0-3-3,-1 0 4,5 0 1,-7 0-3,7 0 1,-7 0-1,3-3-1,4 3-1,-6-1 0,2-1-3,1-1 1,-1 0 0,1 1-1,-1-2-2,1-1 0,-1 1 0,-2-2 0,6 2 0,-5-2-3,3 1 2,-2-2-4,3 2 0,-1 0 3,-1-3-3,2 1 0,0 1 0,-1-2 1,1 0 1,1 2-1,1-2-2,-1 1 4,3 0-5,-3 2 0,3-1 0,-2-2-7,2 0 4,-1 2 1,2 1-3,-1-2 1,-1 0-8,3-1 5,-3 2-6,4-2 0,-2 1-2,-1 2-1,4-4 0,-3 5 1,2-4-4,-2 3 0,3-2 0,-1 1 1,-2 0 5,0 1-8,2 0 1,-2 0 5,0 1 1,-1 1-1,2 0-1,-3 1 3,1-2 0,1 2 4,-1 0 2,-1 0-4,0 0 9,1-1-9,-3 3 2,2-2 3,-2 2 1,1-3-1,-1 3 2,0 0 2,0 0 0,4-2-4,-4 2 2,0 0-6,0-3-2,0 3-2,0 0-8,0 0-6,0 0-8,0 0-12,0 0-12,0 0-20,0 0-12,0 0-15,0 0-9,0 0-16,0 0-10,0 0-16,0 0-99,0 0-282,0 0 125</inkml:trace>
  <inkml:trace contextRef="#ctx0" brushRef="#br0" timeOffset="30528.8766">12717 7765 5,'0'0'3,"0"0"-3,0 0-2,0 0-1</inkml:trace>
  <inkml:trace contextRef="#ctx0" brushRef="#br0" timeOffset="32134.1416">12776 8677 16,'0'0'88,"0"0"-1,0 0-3,0 0-9,0 0 2,0 0 0,0 0 2,0 0-1,-1-4-6,1 4 6,0 0-9,0 0-4,0 0-6,-3-2-10,3 2-2,0 0-13,0 0 6,3-7-9,-2 6-3,-1 1-5,3-4 2,0-1-1,0 2-3,-2 2-2,3 0-5,-1-2 4,1 2-7,-1-1-3,1-1 1,-1 3-1,-3 0 1,10 0-3,-10 0 2,7 0-1,-3 0-3,2 0-1,-2 0 0,-4 0 3,9 3-5,-5 0 1,-1-1-9,1 0 12,0 1 2,-2 1 4,0-1-1,0 0 1,-1 2-4,-1-2 3,0 3 3,0-2 10,0 1-7,-1-1-9,-1 2 8,0-2 0,-1 3-4,0-3 4,0 0 6,0 0 2,-1 1-3,1-4-5,-1 4-8,1-3 13,2 0-9,-2 2 5,0-2-3,3-2 7,-3 2-3,3-2 2,-1 2-6,1-2 2,0 0-4,0 0 0,-6 0 0,6 0-2,0 0-4,0 0-2,0 0 0,0 0 5,0 0-6,0 0 0,0 0-2,7-9 3,-4 8-5,0-1 5,-3 2-4,7 0 0,-3 0 0,-4 0-6,9 2 2,-4-1 0,0 2-3,0-2 5,1 2 3,-1 0-4,1 1 1,1 2 3,-1 0 2,-2-2-2,0 0-2,-1 1 3,3 1-1,-3-1-5,-1 0 4,0-1 0,-1 0 4,1 2 2,0-1 2,-2 0 3,0 0 2,-1 1 3,-2-2 7,3 3 8,-3-3 2,1 0 0,-1 2 1,-2-1 0,1-1 3,-1 0 1,0-2 11,0 1 5,-1-2 0,2 0-4,-2 0-7,6-1-1,-8 2-3,2-2-2,2 0-1,4 0 1,-10-2-6,6 2 0,-2-1-2,6 1-2,-7-1-4,7 1-2,-7 0-2,7 0-4,-3-1-1,3 1 0,0 0 1,-7 0-6,7 0 0,0 0-4,0 0-4,0 0-6,-5 0-8,5 0-9,0 0-12,0 0-10,-5-3-17,5 3-12,0 0-11,0 0-17,0 0-11,0 0-15,0 0 2,0 0-3,0 0-7,0 0 1,3 8-15,-3-8-102,0 0-272,4 2 120</inkml:trace>
  <inkml:trace contextRef="#ctx0" brushRef="#br0" timeOffset="33271.5824">13192 9131 185,'0'0'211,"0"0"-7,0 0-5,-2 3-5,2-3-4,0 0-8,0 0-7,0 0-6,0 0-3,0 0-6,0 0-4,-1 3-12,1-3-6,0 0-11,0 0-7,0 0-9,0 0 0,0 0-14,0 0-3,0 0-5,0 0-10,0 0-9,0 0 8,0 0-22,0 0-5,0 0 0,0 0-11,4 2 7,-4-2-6,3 2-9,-3-2-2,4 1 2,-1 1-10,-3-2 9,6 0-12,-3 2 5,-3-2-4,8 1-1,-4 0-3,0 0-1,1-1 3,0 1-7,-1 0 5,2 0 2,0-1-8,-1 0 1,0 3-7,0-3 7,-1 1-6,1 0-1,0-1 3,-5 0-1,7 1-3,-4-1-1,4 0 4,-7 0-5,4 0-5,-4 0 4,0 0 9,8 1-6,-8-1 1,0 0-5,5-1 2,-5 1-2,4 1 1,-4-1 2,0 0-4,0 0 3,0 0-1,0 0-2,0 0 2,6 0 2,-6 0-3,0 0 4,1 3-5,-1-3 4,0 0-3,0 0-2,0 0 1,0 0 0,0 0 1,0 0-5,0 0 1,0 0-2,0 0 0,0 0-5,0 0 3,0 0-2,-18-2 2,12 3-1,2-1-5,0 1 4,4-1-5,-10 0 2,7 0 0,-4 2 3,0-1-1,3-1-2,-2 0-3,-1 1 6,2-1 2,-1 1-2,-1-1-1,3 2 4,-2-2 0,1 2 1,0-2 5,1 1-5,-2 1-2,6-2 0,-8 1 5,5-1 3,3 0-7,-4 0 15,4 0-20,-6 3 1,6-3-2,0 0 5,-4 1-4,4-1-2,0 0 1,0 0-5,-4 0 1,4 0-1,0 0-1,0 0-2,0 0-1,0 0 1,0 0-1,0 0-1,0 0-5,0 0 2,0 0 8,11-4 0,-7 3-2,-1-1-2,1 0 2,2 1 2,-2-2 0,3 2-3,0-2-2,0 3-2,-2-2 1,0 2-1,1-1 0,-2 0-1,3-1 2,0 2 0,-3-1-4,2-2-6,-6 3 2,11-1 0,-4 0-1,-2 1-3,0-1-2,-2 0 1,1 1 0,-4 0-3,10 0-8,-7-1-2,-3 1-7,0 0-10,7-1-5,-7 1-6,3-2 5,-3 2-20,0 0-12,0 0-1,0 0-14,4-1-14,-4 1-8,0 0-127,0 0-292,0 0 130</inkml:trace>
  <inkml:trace contextRef="#ctx0" brushRef="#br0" timeOffset="34066.9259">12810 8356 21,'0'0'11,"0"0"-10,1-3-7,-1 3-6,3-5 3</inkml:trace>
  <inkml:trace contextRef="#ctx0" brushRef="#br0" timeOffset="35523.1262">12868 9114 113,'0'0'150,"-2"-5"-11,2 5-18,0 0-5,0 0-12,0 0-6,0 0-9,0 0-3,0 0-2,0 0 2,9-1-6,-9 1-3,8-4-3,-3 3-5,0 0-6,-1 1-8,2 0-4,1-2-4,0 2-3,-1 0-5,2-2-6,-2 2 0,-1 2-4,0-2 2,0 0-9,2 0 4,-2 0-2,0 0-3,-5 0-1,7 0 2,-4 2-4,1-2-2,-1 2 7,1-1-1,-4-1 4,3 4-6,-3 1 3,0-3-7,0 3 4,0 1-6,-3-2 5,2 4-2,-2-3 2,0 3-1,-1 0-1,1-2-1,0 2 1,-1 0-3,1-5-1,1 5 3,-3-1-3,3 1-7,-1-2 6,1 1-3,-2-1-2,1-2-1,2 2 0,-1-1 0,1 1-3,0-1 3,-1-3 0,2 0-5,0 1 2,-1 1-1,1-1 4,0-3-4,0 5 5,1-3 4,-1-2 2,0 3 0,0-3 1,3 3 4,-3-1 0,0-2-1,6 2-5,-5 0 4,-1-2-3,7 0 0,-7 0-8,6 0 7,-2 0-1,-4 0-3,7 0-1,-3-2 0,-4 2 1,10 0-1,-6-1-1,-1 0-1,3 0 1,-2-1-1,0 1-2,-1 0 1,1 0 0,-1-1 0,1 1 0,-1-1 1,1 0-1,-4 2-3,5-2 0,-3 1 0,-2 1-1,5-3 2,-5 3-4,2-1-1,-2 1-8,5-2-1,-5 2-8,0 0-5,0 0-10,1-3-5,-1 3-14,0 0-13,0 0-14,0 0-18,3-1-14,-3 1-20,0 0-17,1-3-12,-1 3-135,0 0-322,-4-7 142</inkml:trace>
  <inkml:trace contextRef="#ctx0" brushRef="#br0" timeOffset="36097.4461">12819 8340 28,'0'0'61,"0"0"3,0 0-15,0 0-6,0 0-3,0 0-15,0 0-10,0 0-5,5 0-8,-5-3-4,0 1-6,3-3-6,-3 2-9,0-1-26,0-2-52,1 0 24</inkml:trace>
  <inkml:trace contextRef="#ctx0" brushRef="#br0" timeOffset="36365.686">12800 7822 10,'0'0'42,"0"0"-13,0 0-2,-7 7-9,7-6-9,0-1-10,0 7-10,0-3-10,0-1-22,-3 2 9</inkml:trace>
  <inkml:trace contextRef="#ctx0" brushRef="#br0" timeOffset="37476.7104">12555 9287 29,'0'0'86,"0"0"-4,0 0-4,0 0-2,0 0 5,0 0-3,0 0-5,0 0-3,0 0-3,0 0-9,0 0-6,0 0-5,0 0-4,0 0-5,6-8-6,-5 4 2,2 1-4,0-3 2,0-1 0,-2-2-2,5 3-10,-2 1 3,0-3 0,-1-2-3,1 4 4,0-2-3,-1 2 0,0-2-10,1 0 8,-1 1 7,1 1-4,-2 1-1,1-1 4,-2 2 2,0-1-3,2 1 9,-1 0-6,-2 2 7,0-1 2,0 3-3,2-3 4,-2 3-12,0 0 3,0-5-4,0 3 5,0 2-6,0 0 3,0 0-3,0 0-2,3-1 1,-3 1-7,0 0-3,0 0-3,0 0 4,-3 10-3,3-5 1,0 0-1,-2 2-10,0-1 7,2 3 6,2 3-6,-2-2 4,2-1-1,-2 1-1,0 0 3,3 0-5,-1 2-3,0-2 3,1-3-4,0 2 2,1 3 4,-1-4-3,1 0-6,-1 0 3,-1-1-2,0 0 3,1-1-2,1 0-5,-1-2 2,-3 2 2,3-3 3,0 2-2,-2 0-1,-1-3-1,3 0 0,-3 2 1,0-4-3,3 4 1,-3-4-6,1 2 12,-1-2-3,0 0-3,0 0 3,-4 2-2,4-2 4,-3 2-1,3-2-2,-7 0 0,4 1-6,3-1 5,-7 1-5,7-1 11,-7-1-5,7 1 6,0 0-1,-7-1 4,3 2 1,4-1 4,0 0 5,0 0 1,-7 0 3,7 0-1,0 0 1,0 0 1,0 0-2,0 0 0,-4 1-5,4-1-3,0 0 0,0 0-2,0 0-1,0 0-1,0 0 0,0 0 0,0 0-2,0 0 3,15-2 0,-15 2-2,7-1 0,-4-1-3,-3 2 3,7 0-3,0 0-2,-7 0 1,10-1-1,-6 2 1,-4-1 2,9-2-2,-5 2-4,0-1-6,-4 1-8,7 0-13,-4-2-10,-3 2-11,4 0-15,-1-2-16,-3 2-4,7-2-16,-7 2-10,4-1 2,-4 1-12,0 0-2,5-1-5,-5 1-7,2 0-8,-2 0-74,0 0-231,0 0 102</inkml:trace>
  <inkml:trace contextRef="#ctx0" brushRef="#br0" timeOffset="38419.7282">12338 9558 68,'0'0'78,"0"0"-5,0 0-4,0 0-6,0 0-1,0 0 1,0 0 1,0 0-9,0 0 2,0 0-6,0 0 1,0 0 2,0 0 12,0 0-4,0 0-5,14-2 4,-14 2 1,7-1-8,-7 1-3,7 0-6,-4-1 4,-3 1 3,10 0-4,-3-1-3,0 1 3,0-1-7,2-1-3,-1 2 4,3 0 0,-1-3-6,0 2-4,4-1 7,0-1-4,0 0-1,0 1-2,3-2-3,-1 3-1,-1-4-3,5 3 12,1-1-15,0-1 3,-1 1 0,3 0-2,-1 0 6,-2-1 4,-3 2-1,-2 0-6,8-3 3,-2 4-4,1 0 5,-2 0-8,1-2 3,-4-1 0,4 1-1,0 2 1,2 1-3,-2-2-4,2-1 1,-1-1-3,-2 3 2,-5 0-2,6-2-3,2 2 4,-7 0-4,0-2 0,4 2 4,-3 0-7,0-1 1,4-1-2,-5 2 0,0-1 3,6 0 1,-1 0-4,-6-2 1,1 4-2,-1-3 0,-1 2-2,0-1 3,3 0-2,-3 1-1,-4-1-3,0 2 3,0-4-2,0 3-1,-2 0 1,2 0 0,0 0-4,-3 1 1,0-1 2,0 0 0,-1 1-1,-1 0-4,2 0 6,-1 0 0,1-2-2,-3 2-2,3-1 1,-4 1-2,-3 0 2,13-1 1,-9 1-1,2 0-1,-2-2 3,-4 2-2,8 0-2,-3 0 1,-5 0 0,8 0 1,-4-1 1,-4 1-2,6 0 1,-6 0-5,0 0-1,6-1-1,-6 1-9,0 0-4,0 0 1,0 0-10,5 0-7,-5 0-6,0 0-11,0 0-8,0 0-16,0 0-14,0 0-12,0 0-16,0 0-6,4-1-11,-4 1-15,0 0-17,0 0-90,0 0-276,-4-5 123</inkml:trace>
  <inkml:trace contextRef="#ctx0" brushRef="#br0" timeOffset="41207.1346">13455 9648 8,'0'-3'96,"0"3"-1,0 0 1,0 0 6,0 0-1,0 0-2,0 0 0,0 0-1,0 0 1,0 0 1,0 0-4,0 0-7,0 0-7,0 0-11,0 0 3,0 0-12,-10 4-6,6-1 0,0 1 4,0-1-7,-1 2 0,1 2 0,0-1-7,-2 0-3,2 0 0,1 1-1,-1 1-1,0-2-7,-2 2-3,3-2-3,2 2-1,-2-1-6,0 0 0,3 3 0,-2-4-1,0 3-1,2-1-6,0 1 0,3 0 1,-3-2-6,1 2 3,-1-3-1,3 1-4,-3 0-1,3-4 0,0 3-1,-2-1 0,2 0 4,0-1-5,-2 0 3,2 0 0,1 0-1,-1-1-3,1 0 1,1 1-4,-1-1 0,0-1 5,0 0-3,0 0 1,1-1-2,0 1 1,-2-1 3,1 0-3,1 0-2,0 0 2,-5-1-1,7-1-2,-7 1 4,7-1-2,-4 0 3,1-1-1,-1 0 3,0 0-4,0-2 0,-2 1 1,2-2 1,1 1-2,-2 1 4,-1-2-4,3 2 2,-2-1-2,-1-3 2,2 4-1,-2-3-1,-1 2 3,0 1-1,0-5 0,-1 4 5,1-1 5,-3 0-2,3 0-1,-3 2 4,2 1-3,-2-2-2,0 1 2,-1 0-2,1 3-4,3 0 5,-7-4-3,7 4-2,-7 0 1,7 0-5,-6 4 1,2-4 0,0 2-3,1 0 3,0 0-2,-1 1-7,1-1-10,-1-1-12,1 2-7,3-1-9,-4 2-11,3-2-10,-2 0-10,0 0 0,3 1-20,-3 1 5,3-1-23,0 1-1,0-4-10,0 3-5,-1-1-8,1-2-85,0 0-241,0 6 107</inkml:trace>
  <inkml:trace contextRef="#ctx0" brushRef="#br0" timeOffset="41738.1926">12952 8869 16,'2'-2'47,"-2"2"-6,0 0-1,0 0-9,0 0-1,0 0-8,0 0-7,0 0-10,0 0-3,0 0-9,0 0-14,0 0-17,0 0-39,0 0 18</inkml:trace>
  <inkml:trace contextRef="#ctx0" brushRef="#br0" timeOffset="43067.5004">13224 9702 58,'0'0'90,"0"0"-4,0 0 3,0 0-16,0-3-2,0 3 1,0 0 4,-3-6 4,3 6-5,-4-1 2,4 1-10,0 0-8,-5-2 0,2-1-2,3 3 2,-6-1-8,6 1-2,-7 0 4,7 0-7,-7 0-9,1 1 3,2 2-9,-3-1 5,0-1-10,4 2 2,-4 1 0,0 0 9,0-2-4,4 2-6,-2-1-3,0 4 1,-2-2-7,3-2 1,1 2-4,-1-4-2,1 4 2,2-2-1,-2-1-3,2 1-4,-1 0-2,2-3 6,0 4-4,0-4-1,2 5-2,-1-2 3,2 0-4,-2 0-4,2 0 4,1 1-1,-1 0 2,1-2 0,1 2 0,0 0-2,-2-3 3,1 2-5,3 1-1,0-1 5,-1 1-1,-2-2-1,3 2-4,-1-1 4,-2 0 1,3 0 3,0 1-8,-1-1 2,-2 1 4,0-1-4,1-2-1,-1 2 1,0 1-3,-1-1 7,1-1-6,-1-1 6,-2 2-1,2 0-1,-3-1 5,1 1 2,-1-3 3,3 3 0,-3 0 4,0 1 2,0-4-1,0 5 4,-4-3-1,4 2-2,-3-2-2,0 1 0,1 0-1,-3 0-1,1 1 0,1-1 6,-1-2-1,-2 0 0,4 2-1,-4-1-1,0 0-2,2 0 1,-3-1-1,0 1-4,4-1 0,-4 1 0,4-1 1,-1 0-5,-3-1 2,7 0 1,-7 1-2,7-1-4,-8-1 2,8 1-1,-7 0-4,7 0-11,-5-1-10,5 1-15,-7-1-11,7 1-17,0 0-20,-7 0-18,7 0-12,-4-2-11,4 2-9,-1-2-16,1 2-103,-2-4-271,2 4 121</inkml:trace>
  <inkml:trace contextRef="#ctx0" brushRef="#br0" timeOffset="44427.092">12713 9824 28,'0'0'78,"0"0"2,0 0-11,0 0 0,0 0-7,0 0 2,0 0-14,0 0-8,0 0 4,0 0-7,0 0-4,0 0 4,8-6 0,-5 2-5,1 0-1,-1 0-7,1-2 5,1 0-6,0-1 5,0-1 1,2 0-8,-2 2-3,1-3 11,-2 2-8,2-1-1,-2 0 1,0 2 2,0-1 1,-1 1-1,1 2 0,-4-1-3,3 0 1,-3-1 9,3 4-4,-3-3-3,1 2 4,2 0-8,-3 1 5,0 2-1,0-4-5,0 4 0,0-3 4,0 3-3,0 0 4,0 0-1,3-2-5,-3 2-1,0 0 0,0 0-2,-6 11-3,5-5-1,1 1 0,-1 1-3,1 0-1,-2 2-3,2 0 1,0 2 0,2 3 3,-1-1-4,-1 0 1,4 0 0,-2 0-6,3 6 2,-2-7-2,1 1-2,-1-1 4,1 0-2,-1-2 0,0 0-4,1-3-2,-1 1 2,1-3 1,-1 2 1,1-2-5,-4 0 2,3-2 6,-3 0-3,4-1 0,-2 1-1,-1-3 1,-1 3-1,3-3 1,-3-1 2,1 2 2,-1-2 1,0 0 4,-2 5-7,0-3 3,2-2-1,-4 1 0,4-1 2,-6 2-3,2-1 1,1 0 2,3-1 7,-7 0 1,7 0 0,-7 0 3,7 0-3,-7 1-1,2 0 9,0 2-3,5-3 3,-7 0 1,3 1-2,1 0 2,3-1 4,-3 1-1,3-1-2,0 0 0,-5 1-3,5-1 0,0 0-4,0 0-1,0 0-4,-4 1-2,4-1 2,0 0-2,0 0-3,-2 2 0,2-2-1,0 0 2,0 0 0,6 4-4,-6-4 3,5 1 0,-5-1-1,3 2 5,1-1-7,-4-1 2,7 0 0,-7 0-2,8 0-1,-8 0-2,8 0-12,-8 0-4,7 0-18,-3-1-9,-1 0-14,-3 1-10,7-4-7,-1 4-13,-5-3-10,3 2-3,-4 1 3,6-4-11,-5 3-4,-1 1-6,3-4-69,-3 4-204,2-2 90</inkml:trace>
  <inkml:trace contextRef="#ctx0" brushRef="#br0" timeOffset="46663.1367">12483 9662 9,'0'0'56,"0"0"3,0-3-1,0 3-11,0 0-5,0 0 9,0 0-12,3-1 1,-3 1 8,0 0-2,0 0 14,0 6-12,4-3-4,-4 2-2,3-1-1,-3 1 0,3 1-2,-2 1 2,2 3-7,-3-3-2,3 2-1,1 0 6,-1 0-6,1 3 6,-1-1-1,1 3-11,-1 0 11,1-1-7,1 1-5,-3 1 6,3-2-10,-1 1-1,0-1 1,0 2 0,-1-1-6,1 1-7,1 2 8,-3-1-4,3-2 4,-4-1-7,3 3 2,-1-4 0,0 0 3,-2 2-10,2-2 2,0 2 3,-2-2 4,2-4-9,-3 5 0,3-5-1,-3 2 5,1-2-6,-1 1 7,2-2-7,-2 0 2,1 2-5,-1-2 2,0 1 0,0-1 2,0-1 5,-1 2-3,-1-3 1,2 0 3,0 1-3,0-3-2,0 2 9,0-1-10,-1-2 4,1 1-6,0-3 1,-1 6 0,2-2-1,-1-4-1,-1 2 0,1-2-2,0 3 0,0-3 2,1 3 4,-1-3-1,4 2-7,-1-2 1,-3 0 5,4 3 0,-4-3 2,7 2 0,-4-1-3,3-1 5,-1 1-1,-2-1-1,4 1-4,0-1-2,0 1 6,3-2-5,-3 0 3,3 0 1,0 0 2,0-1-6,-2-1 1,6 0 5,-1 0-7,0-1 4,1 0 5,0 0 1,1-1 1,-2 1-5,1 0 5,0-1-1,0 2-1,2-2 1,-2 1 0,-1 1-1,1-2-2,1 1 3,-1 0-4,2-1 0,-4 0 2,5 1 0,-3-2 3,3 2 1,2-2-7,-5 1 2,1 1 4,-1-2 2,2 1-6,-1 0 1,6-1-2,-7 2 6,3 1-6,-1-1-1,-1 0-3,1 0 7,4 0-2,-6 1-2,5-1-3,-3-1 3,-1 5-5,-1-3 4,3 0-1,-3 0 3,-1 0-1,1 0 1,2 2 3,-2-3 4,0 2 4,0-1 1,-1 0 0,-1-1-2,2 0 1,-1 1-1,1 1 3,-4-1 2,3 0-5,-1 0 1,1 1 2,-3-1-3,1 2-3,-2 0 1,0 0-7,1-1 4,0 1 0,0 0 0,-2 0 0,2-1-2,-3 2 0,3-3-1,-3 2-1,-1 1 3,-2 0-4,2 0 2,-2 0-3,-4 0 2,10 0-3,-6 0 3,0 1-3,-4-1 1,7 1-1,-7-1 4,6 2-4,-3-2 4,-3 0-2,4 0 2,0 2-2,-1-1 1,-3-1-4,4 1-3,-4-1 5,6 1-3,-6-1 0,7 0 2,-4 1 3,-3-1-5,5 2 0,-2 0 3,1 0 1,-4-2-3,5 0 0,-5 0 0,4 2 1,-3-2 0,-1 0-3,0 0 2,3 2 3,-3-2 0,4 1 2,-4-1 1,0 0-9,0 0 6,0 0 0,0 0-3,0 0 2,0 0-3,0 0-4,0 0-4,0 0-5,0 0-1,0 0 7,-4-8-7,4 5-7,-1 0-3,-1 0 0,0-2 4,0 0-4,-1-1 2,-1-1 3,0 1-6,0-1 4,1 0 10,-1-1-5,-1 1-3,3 0 8,-3-2-5,2 1 7,-1 0-3,1-1 2,1 0 0,-1 1 2,1 1 4,0-1-8,0-2 6,-2-2-4,1 2 7,0 3 2,-1-1-7,1-1 6,-1-3-1,1 3 4,2 0-3,-2-1-1,-1 2 1,1-4-2,0 3 2,0 1 3,-1-4-2,-2 3 0,5-2 0,-2 3 0,-1-1 2,1-1 1,0 3-3,-1-1 0,1-1-1,1 2 3,0 0-2,-1-1 4,3 2 1,-3-1 0,2 1 0,0 3 1,-1-3-3,2 1 1,-3 2-3,2-1 0,1 0 6,0 4-2,-1-5-6,1 2 4,0 3 0,-2-3 1,2 3-2,0-5 0,0 5 5,0-2-8,0 2 1,0 0-3,0 0 5,0 0 2,0 0-2,0 0-1,0 0 2,0 0-1,0-4-2,0 4 0,0 0-2,0 0 4,0 0-1,0 0 4,0 0-5,0 0-3,0 0 4,0 0 0,0 0 8,0 0-12,0 0 1,0 0 3,0 0-1,0 0 3,0 0-2,2 9 4,-2-9-2,0 0-4,0 0-1,0 0 1,0 0 1,0 0-1,0 0 2,0 0-4,0 0 1,0 0 5,1 3 1,-1-3-4,0 0 4,0 0-3,0 0 0,0 0-1,0 0 2,0 0-3,0 0 3,0 0 0,0 0 1,0 0-2,0 0-2,0-8 3,0 8 1,0-5-5,0 5 2,0-4-1,0 4 1,1-2 3,-1 2-2,0 0-2,-1-4-2,1 4 5,0 0 1,0 0-4,0 0-1,0 0 4,0 0-4,1 10 4,-2-5-6,1 2 0,1 1 10,1 0-11,-1 5-4,-1-3-4,0 0-3,3 3-6,-2-1-3,2 0-8,0-1 0,1 1 3,-2-2-2,1 2 1,2-1-4,-1 2-3,2-2-10,-2 2 2,2-3-3,-2 2-5,0 0-6,-1 1-4,3-2-3,-5 0-57,2 2-135,1-3 60</inkml:trace>
  <inkml:trace contextRef="#ctx0" brushRef="#br0" timeOffset="70797.0767">9225 11103 103,'0'0'122,"0"0"-1,0 0-3,0 0-2,0 0-4,0 0-2,0 0-6,0 0-5,0 0-8,0 0-7,0-5-6,0 5-4,0 0-6,0 0-5,0 0-6,0 0-4,0 0-2,0 0-6,3-1-7,-3 1 3,0 0-6,0 0-2,0 0-2,4 0 11,-4 0 4,0 0 6,17 0 3,-10 1-5,3-1 0,-3 1-7,3-1-1,-1 1-2,2 2-5,3-2-8,-4-1 0,0 1-1,-1 0-3,7 0-3,-8 0-2,5-2-1,1 2-2,-4 1-1,4-2-2,-4 1-1,1 0 2,-1-1-5,0 0 2,1 0-2,-1 0 0,-1-2-3,-1 4 1,-1-2-1,0 0-1,3 0 2,-6 2-2,3-2-1,0 0 1,-2 0-2,0 0 2,-1 2-1,-4-2-1,6-2 2,-2 4-5,-4-2 2,0 0 1,7 0-3,-7 0 3,3-2-2,-3 2 1,0 0-1,0 0 0,4 3 0,-4-3 0,0 0 1,0 0 2,0 0-1,0 0 3,6 1-3,-6-1-5,0 0-1,0 0 4,0 0-3,0 0-4,0 0-1,0 0-2,0 0-10,0 0-5,1 2-6,-1-2-3,0 0-8,0 0-14,0 0-1,0 0-12,0 0-8,0 0-13,0 0-7,0 0-12,0 0-3,0 0-10,0 0-5,0 0-3,0 0-103,0 0-252,0 0 112</inkml:trace>
  <inkml:trace contextRef="#ctx0" brushRef="#br0" timeOffset="97481.5022">6966 10423 66,'0'0'77,"0"0"-4,0 0-2,4 0-4,-4 0-3,0 0 1,0 0 3,0 0-6,0 0 2,0 0-1,0 0 6,0 10 0,0-6-6,0 1-2,0 4-5,3-3-5,-3 2 0,0 0 4,0 1-6,0-1 0,0 1-8,0 1 3,-3 0-9,6 2-1,-3 1 2,-3-1-7,3 1 3,-1 1-8,-2-2-7,0 1 2,3-1 3,-3-3-10,3 0 6,-1 0 1,1-2 0,-3 1-5,3-1-5,-3 1 2,3-4-2,0 2 0,0-2-2,0 0 5,0 1-8,-2-1 12,0-1-10,2-1-3,0-2 6,0 3-7,0-3-2,0 4 3,0-4-3,0 3 1,0-3 0,0 0-7,0 0-11,-3 3-3,3-3-3,0 0-13,0 0-16,0 0-2,0 0 4,0 0-22,0 0-3,0 0-8,0 0-5,0 0-9,0 0-8,0 0-71,0 0-189,0 0 83</inkml:trace>
  <inkml:trace contextRef="#ctx0" brushRef="#br0" timeOffset="98015.5042">6835 10583 74,'-3'-1'93,"3"1"7,0 0-15,-4-1-3,4 1-11,0 0 0,-3-2-5,3 2-7,0 0-6,0 0-11,0 0-5,0 0 3,0 0 4,0 0 0,0 0 0,0 0 0,0 0-3,14 4-7,-8-4 18,2 0-3,-1 0-5,2 0-2,-1 0-2,1 1-4,-1-1-1,2-1 0,1 1-1,-2 0 3,1 0-3,0-1 0,2 0-2,2 1-2,-4 0-7,0-2 1,1 2 3,-1 0-2,-1 0 5,0 0-6,1 2 1,-3-2-3,2 1-2,-1 0-7,-2-1 5,0 0-4,-1 1-2,-1-1-4,2 0 1,-6 0-1,6 1 3,-1-1-1,-5 0-3,3 1-1,-3-1-1,4 1 4,-4-1 0,0 0-5,0 0 2,7 1-2,-7-1-2,0 0-1,0 0 3,3 2-2,-3-2 3,0 0-1,0 0-2,0 0 0,0 0-5,0 0 2,0 0-6,0 0-5,0 0-4,0 0-8,0 0-9,0 0-15,0 0 0,0 0-4,0 0-24,0 0-10,0 0-13,0 0-5,0 0-8,0 0-13,0 0-77,0 0-217,0 0 96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5-06-09T20:44:39.488"/>
    </inkml:context>
    <inkml:brush xml:id="br0">
      <inkml:brushProperty name="width" value="0.05292" units="cm"/>
      <inkml:brushProperty name="height" value="0.05292" units="cm"/>
      <inkml:brushProperty name="color" value="#FF0000"/>
    </inkml:brush>
  </inkml:definitions>
  <inkml:trace contextRef="#ctx0" brushRef="#br0">9925 12401 16,'0'0'125,"-5"-2"-1,-1 0-12,6 2-10,-7 2 12,0-2-14,0 0-11,-1 2 3,-1 0-4,1 1-13,-1 1-6,-1 2 1,-4 0-9,3 0 2,-2 2-6,1-1-7,0 0-2,0 1-8,3-3 0,-1-1 0,3 0-3,3-1-3,-3 1-2,4-2-7,0 1 4,2 0-10,1-3-2,-3 2-1,3-2-4,0 0 1,7 4-1,-1-4-3,2 3-2,1-1 8,-1 0-3,2-2-10,3 1 3,-1 3 0,-2-3 2,3 4-3,-3-2-2,1 2 2,0-1-5,-1 0 4,-3 1-1,5 3 3,-4-3-5,-1 2 7,0-1-2,-3 0-3,-1 2 7,1 0 8,-1-1 1,-3 1 15,0 1-6,-1-1 10,-1-1 0,-2-1 2,1 1 5,-1-2-4,-3 0-1,0-1-1,1 0 2,-1-2-6,0 0-3,-4-2 4,3 2-9,-1-4-3,-1 4-6,2-5 3,2 3 0,-4 0-7,3-2-1,0 2-4,0-2-12,2-1-14,0 1-16,0 0-7,2 1-22,3 1-34,-6-6-28,6 6-34,-4-2-13,7 0-138,-3 2-337,4-4 149</inkml:trace>
  <inkml:trace contextRef="#ctx0" brushRef="#br0" timeOffset="268.7593">10001 12544 106,'2'6'174,"-1"1"-10,1 1-6,-1-2-10,-1 4-8,3-1-17,-2-1-7,2 1-11,-3 0-15,4-3-10,-4 1-3,2-2-9,-1 1-7,-1-1-7,-1-2-9,2 2-6,1-1-24,0-2-15,-2-2-21,0 0-21,-2 6-31,2-6-27,0 0-3,0 0-25,0 0-88,0 0-234,8-10 103</inkml:trace>
  <inkml:trace contextRef="#ctx0" brushRef="#br0" timeOffset="389.8176">9993 12438 69,'-3'-3'104,"2"2"5,1 1-17,-4-4-10,4 4-9,-2-4-23,2 4-30,0 0-14,0 0-37,0 0-65,0 0-104,0 0 46</inkml:trace>
  <inkml:trace contextRef="#ctx0" brushRef="#br0" timeOffset="878.6866">10407 12288 44,'-7'9'156,"4"-3"-10,-1 1-9,1 5-3,-1 2-2,1 0-3,-4 7-9,4-3-7,-4 4-3,0-1-5,3 1-8,0-2-7,0-2-10,1 1-10,0 0-4,2-5-9,1 1-5,1-3-3,0 0-5,2 2-3,-1-7-6,0 1-4,1-1-4,0 0-3,-2-2-6,4 1-5,-3-3-14,1 2-16,0-3-21,1 0-10,-4-2-19,5 2-13,-5-2-19,0 0-8,9-4-16,-9 4-4,3-6-9,0 2-78,-3-2-230,-3 1 102</inkml:trace>
  <inkml:trace contextRef="#ctx0" brushRef="#br0" timeOffset="1025.5284">10259 12480 109,'-3'-2'110,"3"2"-3,-5-1-17,5 1-17,-6-2 6,6 2-10,0 0-11,0 0-5,0 0-7,17-3-1,-17 3 0,14 0-19,-3 1-16,5 0-24,-2 0-28,1 1-11,8-1-83,-2-1-146,-7 0 65</inkml:trace>
  <inkml:trace contextRef="#ctx0" brushRef="#br0" timeOffset="1364.4249">10585 12593 45,'-5'2'150,"1"2"-2,1-3-16,-1 1 12,0-2-12,-2 0-8,-1-2-6,4 0-13,-4-1-8,3-2-9,-4 1-11,2-2-9,3 1-4,-4-1-5,4 0-5,-1-3-7,0 1-6,1 1-8,2-2-6,-1 0-3,2 1-8,0 0-2,2 2-11,-1-1-3,3 1-5,-2 1-5,-1 2-1,3 0-7,-1 0 8,1 2 0,-1-1-1,-3 2 4,0 0-7,7 3 11,-5 0-1,-1 0-1,0 2 6,-2-1-7,2 0 12,-1 2-8,-1-1 7,0 2-4,-1-2 4,2 2-1,-4-3-4,4 1-3,-1-1-15,1 0 1,0-4-38,-2 4-14,2-4-11,0 0-18,0 4-10,0-4-10,0 0-74,0 0-208,0 0 92</inkml:trace>
  <inkml:trace contextRef="#ctx0" brushRef="#br0" timeOffset="1686.1289">10618 12496 96,'0'4'122,"3"1"-1,-1 0-11,-2-1 0,1 1-13,0 0-5,-1-1-10,0-4-6,2 4-5,-2-4-12,0 6 5,0-6-7,0 0-11,0 0-5,0 0-2,0 0-4,0 0 2,15-15-13,-12 10-4,4-3-5,-4 2-2,1 0 3,-1-2-12,3 3 7,-1-2 0,-2 4-4,1-1-1,-1 1-7,4 1 0,-4 0 5,-3 2 12,0 0 18,11 5 3,-8 0 0,-3-1-3,4 5-1,-4-1 9,0 0-2,3 3-3,-3-2-1,3 0-6,-2 0-1,-1 1-4,3-4-2,-3 2-1,0-4-11,0 1-18,0-2-16,0-3-18,0 4-23,0-4-31,3 5-17,-3-5-13,0 0-9,0 0-95,0 0-246,0 0 109</inkml:trace>
  <inkml:trace contextRef="#ctx0" brushRef="#br0" timeOffset="2067.557">10921 12566 68,'0'0'169,"-10"1"-12,2-1 7,-2 0-8,3 0-17,-3 0 2,0-2-2,0 2-17,3-1-8,-2 0-16,0-2-7,1-1-8,2 2-5,0 0-14,1-1-2,1-1-9,1 1-18,1-5-9,1 3-9,1 0-10,1-1-8,4-2-3,-1 2-1,0 0-8,0 0-6,3 2 3,-1-2-9,-1 2 7,1 3 4,-2-1 0,-1-1-2,-3 3-2,7-3 5,-7 3-1,0 0 8,10 5 6,-10-5-11,0 4 7,0 3 3,0-4 1,-3 1-3,0 1 4,2-1-4,-2 1-13,0 1-3,-1-3-27,1 1-10,3 0-17,0-4-14,-5 3-14,5-3-8,-2 3-12,2-3-69,0 0-205,0 0 90</inkml:trace>
  <inkml:trace contextRef="#ctx0" brushRef="#br0" timeOffset="2571.3017">10942 12485 117,'0'5'132,"3"4"1,-3-4-7,2 2-1,-1 0-10,-1-2 4,1 0-10,-1 0 3,-1 0-14,1-1-4,0 0-11,0 0-5,0-1-9,0 0-3,0-3-3,0 0-3,1 5-2,-1-5-11,0 0-7,0 0-2,0 0-3,0 0-7,5-12-2,-1 5-2,-3 1-4,2-1-5,1 0 0,2 1-5,-2-1 1,-1 3-6,1-2 2,2-1 1,-2 4-5,0 0-2,3-2 0,-4 4 2,1-1-3,1 2-1,-5 0 5,5 5-7,-1-2 6,-1 0 0,0 0 4,-1 4 2,0-1 5,-2 0-1,0 2 1,0-1-1,0 0 2,0 1-4,0-4 0,-2 2 3,2-3-5,-2 0-1,2 1 3,0-2-1,0-2 1,0 0-5,0 0-2,0 0-1,0 0-7,0 0-3,7-7 0,-3 2-1,-1-1-8,3-1 7,-2 1-1,0-2-4,-1 2 1,4 1-2,-3 0 8,-1 1-1,1 1 5,-1 1-6,-1-1 0,0 2 8,-2 1 8,0 0 5,7 0 1,-7 0 11,3 4-7,-3 2 4,0-1 3,0 3-2,2-2-4,-1 2-1,-1-2 1,0-2-2,0 0-14,2 2-15,-1-3-12,0 2-27,-1-2-7,0-3-28,5 4-41,-3-1-24,-2-3-2,6 1-127,-2-1-305,-4 0 136</inkml:trace>
  <inkml:trace contextRef="#ctx0" brushRef="#br0" timeOffset="2915.5187">11207 12538 89,'-3'3'141,"3"0"-5,0-3-15,0 8-10,0-4-6,0-1-13,3 1-13,-3 0-8,4-1-9,-2 1-5,-1-1-4,-1-3-3,7 3 8,-7-3-21,7 0-1,-7 0 1,10-1-8,-10 1 1,10-3-4,-6-1 1,5 1-9,-5 0 1,2 0 0,-4-3-2,1 2 0,1-3 3,-1 1-4,-1-1 15,-2 0 2,1 0 10,-2 2 10,-1-4 10,-1 4 7,-1 0-5,3-1 4,-5 0 8,3 3-5,-2 1-7,-1 1-6,0 1-7,1 0-7,-1 1-2,-1 3-10,0 0 1,0 1-11,4 0-14,-4 1-24,0 1-10,4 0-22,-4-1-16,4 0-10,2 0-7,1 0-28,0-3-7,0 1-22,1 1-12,2-1-9,1 1-99,-1-2-279,3 0 123</inkml:trace>
  <inkml:trace contextRef="#ctx0" brushRef="#br0" timeOffset="3262.7499">11423 12428 126,'0'0'228,"-6"-3"-5,6 3-12,-7 0-13,7 0-14,-10 3-17,6-1-15,-2 2-15,2 2-16,-3-2-10,4 1-17,3 1-6,-3 2-11,3-2-6,0 2-7,0-2-5,0 1-10,0 1-4,3-1-4,-3-2-7,3 3 0,1-2-6,-1 2-5,4-1-4,-3 0 1,-1 0 0,1 0 1,-1-2-8,0-1-3,0-1 0,-2 1 2,1-1 9,-2-3 5,1 6 0,-1-6-5,-3 5 3,0-2 0,3-3-5,-8 4-1,1-2-2,4 1-3,-4-2 0,3 1-19,-2-2-19,6 0-19,-10 0-19,10 0-21,-10-1-31,10 1-34,-4-4-32,1 2-33,3 2-125,-2-5-367,2 5 164</inkml:trace>
  <inkml:trace contextRef="#ctx0" brushRef="#br0" timeOffset="4242.5533">11799 12294 28,'0'0'152,"0"0"0,0 0-14,-4 11-7,2-6-11,2 2 4,-3 2-7,0 1-12,2-2 1,-2 3 0,-1-1-11,1 4 0,-1-5-5,1 0-4,0-1-11,1 0-1,0 0-6,1 1-10,-1-2-9,2 0 0,-1-1-6,1-1-7,-2 1-2,2-1-5,3-2-3,-3 0 1,3 2-2,-1-4-5,0 3-6,1-1-3,1-1-5,-1-2-1,1 1-2,2-1-11,-6 0-7,7 0-10,-3-1-3,-4 1-3,10-2-8,-6-1 0,2-1 13,-2 1-12,3-3-3,-2 0 10,0 1 3,-1-1 0,2-2 2,-5 1-1,2 0 7,0-2-4,1 0 9,-1 1-1,1 0 9,-1-1 4,-3 2 14,3 1-1,-2 1 8,1-3-1,-2 4-1,1-1 2,-1 4 5,0-2 0,0 3 7,0 0-2,0 0 6,0 0 1,0 0 0,0 0 2,-3 10 4,-1-3 0,3 5 9,-5 2 4,3-3-2,-1 8-2,1-5 5,3 0 5,-4 1-9,4-1 2,-3 3-10,3-3-2,-3 0-3,3-1-8,0 0-4,0 1 0,0-6 3,0 1-9,-2 4-3,4-7-2,-4 2-5,2-2-15,0-2-15,0 1-17,2-3-26,-2 2-31,0-4-27,3 3-23,-3-2-28,0-1-28,0 0-145,10-4-372,-6 2 166</inkml:trace>
  <inkml:trace contextRef="#ctx0" brushRef="#br0" timeOffset="4881.26">12224 12597 16,'-6'2'168,"-2"-1"-6,2 1-5,-1-1-4,-1-1-10,1 0-8,-2-3 2,5 3-4,-3-1-13,0-1-11,0-2-8,3 1-12,-2-1-4,1-1-4,0 1-4,1-1-6,3 0-10,-1 1-6,-2-4-8,3 3-1,1-3-5,-2 2-5,4 0-4,-1-2-5,3 1 2,-2 0-3,1-1-1,1 3-4,-1-1-6,-1 2-2,3-1-1,-1 2-1,-1 0-5,-1-2-1,1 5 1,2-1-1,-5 1-4,0 0 4,0 0-6,9 4 5,-6 0-2,-3-2 7,0 5 3,0-3 0,0 2-2,-3 2 0,3-3 1,-4 0 6,4 0-3,-3 1-2,3-2 1,-5 0 0,3 0-5,-5 1-5,3-2-4,1 0-13,0 1-15,1-2-7,-3 0-21,3-1-21,2-1-31,-5 1-21,5-1-9,0 0-21,-4-4-6,4 4-116,3-6-306,-2 3 135</inkml:trace>
  <inkml:trace contextRef="#ctx0" brushRef="#br0" timeOffset="5237.2312">12273 12488 94,'0'4'178,"0"2"-14,-1 1-5,1 1-6,-3-2-13,2-1-2,-1 1-15,1-3-8,1 2-7,-1-2-13,-1-1-7,1 1-8,1-3-7,-2 5-5,2-5-5,0 0-10,0 0-8,0 0-3,0 0-3,7-9-7,-5 3-2,2-1-4,-1 1-3,1-2-4,0 2-1,1-1-3,-1 0-4,0 0 1,0 0-2,0 3 0,-1 0-4,0 0 1,1 1 0,-2 3-4,-2 0 13,0 0 1,8 2 7,-8 1 7,4 3 0,-4-1-1,0 2-1,0 0 4,3 1 2,-3 2-2,0-3-6,-3 0-4,6 1 1,-3-1-3,0 1-4,0-4-3,3 2-6,-3-2-17,1 1-17,2 1-19,-3-4-19,0 0-26,0-2-19,3 2-10,-3-2-16,0 0-27,0 0-9,11-5-118,-8 3-312,1-3 139</inkml:trace>
  <inkml:trace contextRef="#ctx0" brushRef="#br0" timeOffset="5499.1961">12473 12307 56,'-1'8'202,"-3"-1"-7,2 6-2,-3-3-6,2 5-4,-1 3-11,-1-4-6,1 6-11,0-6-9,-2 4-8,4-4-11,-1-1-13,0 6-14,0-6-4,3-1-5,0-3-17,0 0-9,0 0-5,2-1-5,-1-1-9,0-1-17,-1 0-16,0-3-22,2 1-21,-1-1-28,-1-3-30,2 4-20,-1-1-16,-1-3-24,0 0-13,0 0-17,7-9-116,-7 4-317,1 0 140</inkml:trace>
  <inkml:trace contextRef="#ctx0" brushRef="#br0" timeOffset="5854.154">12393 12396 50,'0'0'159,"0"0"-11,-3-3-10,3 3-11,0 0-13,0 0-14,0 0-5,0 0-6,0 0-8,13 4-8,-9-2-12,0 0 1,3 2-13,-1-2-8,1 2-17,2-1-15,-1 0-15,-1 3-9,0-3-11,0 1-9,0 2 0,0 0 9,0 1 1,0 0 4,-1 1-4,-2-1 8,2 0 6,-2 3 14,-1-3 20,0 1 5,-2-1 11,-1 1 12,3-3 7,-3 2 7,-3-1 1,3 0-2,0-4 1,0 3 5,-1-2-1,-1-2 2,2-1-7,0 0-1,-4 3-9,4-3-4,0 0-4,0 0-8,0 0-1,0-13-2,3 8-4,-2-3-5,2 0-5,-3-1 1,4 1-5,-1 1-1,1-2-1,-1 2-7,0 0-3,1 0-13,-1 3-16,0 1-19,0-2-14,0 3-18,-1 0-20,-2 2-2,7-5-24,-4 4-9,-3 1-10,0 0-13,7 3-90,-4-2-262,-2 3 115</inkml:trace>
  <inkml:trace contextRef="#ctx0" brushRef="#br0" timeOffset="6230.5191">12640 12444 36,'8'-1'108,"-8"1"0,9 0-18,-9 0 0,12 2 4,-9 0 0,1 0-16,3 1-5,-4 0-3,1 0-1,2 0-2,-2 0-2,-1-1 0,1 1 4,-1-1 2,-3 0 2,0-2-5,4 2-4,-4-2 0,-1 3-10,1-3-2,-6 4 5,2-1 1,0 0-2,-3-2-3,1 2-1,2 0-5,-3 0 0,-2-1-6,2 1 0,3 0-4,-2 0-2,2 1-6,-1 1-6,3-2-3,-2-1 0,3-1-5,-1 3 4,2-1-3,0-3-3,0 5-2,0-2 0,3-1 3,-3-2-6,4 1 5,-1 0-11,1 0-11,3-1-7,-7 0-11,10-1-13,-6 0-13,-4 1-14,9 0-17,-5-2-10,3 0-21,-3 0-7,-1-2-15,1 2-9,-1 0-96,0-2-262,3 1 116</inkml:trace>
  <inkml:trace contextRef="#ctx0" brushRef="#br0" timeOffset="6728.2809">12802 12386 58,'2'-2'63,"3"0"-2,-3-2 3,1 1-8,0 0 3,1 1-3,-1-3 7,-3 5-4,4-4 10,-4 1-14,3 0-5,0-1 3,-3 3 7,3-3-1,-2 2 4,-1-1 2,0 3-8,3-4 4,-3 2-4,0-1 3,0 3-6,0 0 2,3-3 3,-3 3-3,0 0-7,0 0 3,0 0 7,0 0-3,-3 9 2,0-5-7,2 5 1,-2-1 4,0-2-1,3 6 0,-3-2-5,3-1-2,0 3-6,0 1 0,0-1-5,3-2-5,-3 1 0,3 1-8,1-3 2,-1 1-4,-3-3 2,4 2-4,-1-1-6,0-2 4,-2 0-4,2-1-3,-3 0-6,3 0-7,-2-2-1,-1 0-6,3-1 3,-3 0-7,0-2-3,0 0-2,0 0-9,-4 4 1,4-4 3,0 0 6,0 0 3,-13-5-1,9 3 5,-3 1-1,4-1-1,-4 1 3,0 0 4,0 1 9,4 1 0,-4 0 6,2 1 2,0-1-2,0 3 9,-1-2-7,3 1 0,-1-2 1,0 2-3,1-2-2,0 3-3,2-2 2,-1 1-3,2 1 1,0-2 0,2 2-16,-2-4-6,3 4-12,-1-3-12,1 0-17,1 3-21,-4-4-21,12 0-16,-7 0-18,2-1-14,-1 1-6,1-3 6,2 1-77,-1 1-243,-1-1 108</inkml:trace>
  <inkml:trace contextRef="#ctx0" brushRef="#br0" timeOffset="7098.8869">12897 12516 73,'0'-3'98,"2"0"1,-1-1 5,1 0-9,-1 1 2,2 0 2,0-1-10,-1 1-4,1 1-11,0 0-5,1 2-10,-1-3 3,-3 3-12,10 0-4,-4 1-5,-1 1 6,2-1-5,2 1 0,-1 0-5,2 0-6,1 2 5,-4-1-11,2-2-1,-5 3-3,3-3-6,-3 3 1,-1-3-4,1 2-2,-2-1 8,-1 1 0,-1 0 0,0-3-1,0 4 6,-3-1 1,-1-2 8,1 1 5,-1-1 2,0-1-5,-2 2 2,-2 2 2,-1-3-5,2 2 3,0 0-2,0 1-1,0 0 9,0 0-5,2 2-1,0-3-1,0 0-9,0 2-5,3-2 1,0-2-9,-1 1-2,3 1 3,-1 0 2,1-3 1,3 5-4,-2-2-2,2-2 0,1 2-9,0-2-10,2-1-9,-6 0-10,11 1-16,-5-2-8,1 0-17,0 0-6,0-2-13,0 2-11,-1-2-19,-2 1-1,3-1-3,0-1-2,2 0 9,-2-1-108,0 2-240,0-2 107</inkml:trace>
  <inkml:trace contextRef="#ctx0" brushRef="#br0" timeOffset="7409.296">13134 12456 97,'-3'-2'185,"3"2"-9,-7 0-6,7 0-4,-7 2-13,7-2-9,-7 3-11,4-3-12,-1 2-8,0 1-14,2-1-7,-2 1-11,3 1-12,-1 0-3,2-3-6,2 4-5,-1 0-5,-1-2-3,3 2-9,-2-1-8,2 1-5,0-1-12,1 2-2,3 0 2,-4-1-2,3 1 0,-1 0-2,0 1-1,-3 0 1,4-2-2,-5 1-5,2 0 9,0 0 8,-3-3 7,0 1 5,0 4 14,0-3-1,-3-1-2,-1 0-1,1-1-2,-1 1-4,1-1-5,0 0 1,-1-2-8,1 1-8,-1-1-13,4-1-13,-6 2-18,4 0-26,2-2-26,0 0-33,-7 2-19,7-2-50,0 0-166,-5-4-378,5 4 168</inkml:trace>
  <inkml:trace contextRef="#ctx0" brushRef="#br0" timeOffset="8714.4332">13372 12532 90,'0'0'183,"-4"0"6,4 0-1,-3 1 5,3-1 3,0 0 0,-4 3 5,4-3-6,0 0 1,0 0-9,-6 2-2,6-2-4,-3 0-3,3 0-19,0 0-7,0 0-4,0 0-12,0 0-3,0 0-7,0 0-14,0 0-10,0 0-10,0 0 0,0 0-3,0 0 3,16 0-10,-8 0-8,6 0-12,-1-4-3,1 2 0,2 0-6,-2 0-2,1 0-8,2 1-4,-3 0 4,3 0-7,-3-1-9,0 1 2,-1 1-4,0 0-2,1 0-6,-6 0-3,-1 0 3,0-1-3,-4 2-3,-3-1 1,7 0-3,-3 1 2,-4-1-3,7-1 0,-7 1 1,0 0-1,0 0-5,6 1 16,-6-1-10,0 0 6,4-1-13,-4 1-5,0 0-5,0 0-15,0 0-13,3-2-24,-3 2-13,0 0-12,0 0-13,0 0-14,0 0-12,4-3-12,-4 3-15,3 0-12,-3 0-18,4 0-11,-4 0-15,7 0-12,-7 0-13,6 0 0,-6 0-6,4-1-148,-4 1-416,3-2 185</inkml:trace>
  <inkml:trace contextRef="#ctx0" brushRef="#br0" timeOffset="9161.058">13609 12426 33,'-2'-2'192,"-2"0"0,4 2-5,-7-2-3,6 2-2,1 0-7,-5-3-8,5 3-10,0 0-13,-5-1-12,5 1-13,0 0-12,0 0-13,-3-1-10,3 1-6,0 0-12,0 0-4,0 0-6,11 5-1,-5-3-10,2 1-3,-1-2-5,3 3 5,0-4-13,1 4-3,-1 2-7,0-3 3,0 0 0,-2 0-3,1 1 2,-2-2-10,0 4 1,-3-4-1,2 1 0,-2 0-3,-1 1-1,0 0 4,-2 0 3,-1 1 9,1-1 2,-2 2 2,1 1 5,-3-1 5,0 1-1,-2 1 0,-1 0 6,2-1-4,-2 0-2,-1 0 2,0 1-5,-1 0 0,1-1-4,-2 2 1,2-4-2,0 2-2,0-2-7,4 0-2,-1-1-3,-2-1 1,5-1-3,-2 0-2,0 1-1,3-3-7,-2 1-8,2-1-19,-2 4-12,-1-3-16,3-1-18,0 0-10,0 0-27,0 0-18,0 0-20,0 0-20,10-5-15,-7 1-17,1 2-23,0-1-130,2-1-379,1 0 167</inkml:trace>
  <inkml:trace contextRef="#ctx0" brushRef="#br0" timeOffset="9941.1205">13959 12394 130,'-1'0'185,"1"0"2,0 0-27,-10-1-14,10 1 0,-3-2-8,3 2-8,-4-3-10,1 0-6,3 1-16,-3-2-11,2 0 0,2 1-4,-2-2-4,2 1-10,-2 0-4,5 0-12,-4 0-5,3 0-5,-3-1-3,4 1-4,3 2-5,-4-4-1,1 4-6,2 1-1,-2 0-1,-1-1-6,-3 2 0,10 0-2,-6 2-3,-1 0 3,3 1 6,-2 2 2,-1-4 0,-2 9 3,3-4 0,-4 4 9,0 2-4,-1 0 2,0 0-1,-2 0 5,-3 3-2,-1-3-3,1 5 0,-2-4 6,-5 4-3,1-3-4,2-3-3,1 1-1,-1-3 0,2 0-1,-1 0-6,4-4 3,2 0-3,-1-1 0,0-2 0,1 2-4,1-2 0,1-1 5,1-1-7,-4 3 2,4-3-6,0 0-4,0 0 0,0 0-5,-2-8-4,2 8-1,5-4 3,-3 2 0,1 0-6,3-1 3,-3 2 1,1 0-2,-4 1 6,8 0-4,-3 1 2,0-1 1,2 1-4,2 0 4,-1 2-1,3-2 7,-4 2-5,0-2-2,3 1 0,-3 0 2,2-2 2,-2 3-2,-3-3 0,2 3 0,-2-2 0,0 0 0,0-1 6,-4 0-7,5 2 4,-5-2-4,2 0 1,-2 0-1,0 0-1,6 0-6,-6 0-9,0 0-14,0 0-10,0 0-16,6 1-22,-6-1-32,0 0-25,0 0-36,0 0-30,3-6-24,-1 3-123,-2 3-379,5-4 168</inkml:trace>
  <inkml:trace contextRef="#ctx0" brushRef="#br0" timeOffset="10500.2564">14303 12244 93,'0'-4'188,"0"4"-11,0-2-8,0 2-6,0 0-4,0 0 1,0 0-7,0 9-7,0-3-3,0 3-14,0 3-3,0 1-9,-3 1-6,3 0-8,-4-1-4,4 1-7,0 2-10,0-1-4,0 0-12,0 3-8,0-4-2,0-2-3,3 1-7,-3-1-2,1 0-6,-1-3-6,0 1-2,0-1-7,3-1-9,-3-2-10,0-1-11,3 1-19,-2-2-11,-1 1-18,0-2-20,2 1-14,-2-1-24,0-1-25,1 1-14,-1-3-30,0 0-11,0 3-122,0-3-340,0 0 151</inkml:trace>
  <inkml:trace contextRef="#ctx0" brushRef="#br0" timeOffset="10699.833">14396 12492 141,'0'5'160,"0"-1"-7,0 1-9,0 1-10,0-2-16,1 2-4,-1-3-12,2 3-14,-1-3-6,-1 1-15,2 0-10,-2 1-19,1-2-28,-1 0-17,0-3-24,0 3-22,0-3-17,0 5-14,0-5-15,0 0-79,0 0-192,0 0 86</inkml:trace>
  <inkml:trace contextRef="#ctx0" brushRef="#br0" timeOffset="10854.3622">14386 12411 104,'0'-4'154,"-1"1"-7,-1 0-10,2 3-9,-1-4-9,0 1-7,1 3-15,0 0-11,-2-3-13,2 3-3,0 0-22,0 0-18,0 0-19,0 0-24,0 0-37,0 0-20,0 0-28,3 10-84,-3-10-195,1 4 87</inkml:trace>
  <inkml:trace contextRef="#ctx0" brushRef="#br0" timeOffset="11259.5188">14472 12434 2,'0'9'183,"0"-3"-7,0 2-5,0 1-7,0-2-4,-1 1-2,-1-1-15,2 1-8,0-2-8,0 0-12,0-2 3,0 0-11,0 0-2,-1 0-6,1-2-4,0-2-8,0 5-4,-3-4-5,3-1-12,0 0-2,0 0-9,0 0-7,0 0-4,0 0-6,3-11-1,0 4-6,-2-1 1,2 1-6,1-2 0,0 1-6,-1-3-2,0 3 1,3-1-4,-2 4-4,0-2 0,0 2-4,-1 2 2,-1-1-4,0 4-2,1-3 3,0 2 0,-3 1 5,6 4 2,-5 0 5,3 2 2,-1 3 4,1-2 0,-1 1-2,0 2 0,-2-3-3,2 4 1,-1-1-5,0-2-4,1 0 0,-3-1 1,0 0-1,2-1-3,-2-2-8,1 0-13,-1-1-13,0 0-20,0-1-21,0-2-25,0 0-26,4 3-32,-4-3-19,0 0-24,0 0-11,7-5-144,-4 3-377,-3 2 167</inkml:trace>
  <inkml:trace contextRef="#ctx0" brushRef="#br0" timeOffset="11631.4829">14745 12499 170,'-4'2'201,"-1"1"1,0-2-7,-2-1-10,2 0-12,-1 1-8,0 1-10,-1-2-13,-1-3-10,2 3-6,-1-1-17,2 0-8,-1-1-12,3 0-10,-3-1-13,4-1-14,0 2-17,-2-1-19,4-1-9,0-1-12,3 0-7,-2-1-5,5 0-14,-2-1-7,3 2-4,-1 0 6,-2 1 4,2-2 1,-1 2 8,1 2-3,-2 0 2,0 1-3,-4 1 9,6 0 7,-6 0 11,4 1 11,-4 3 12,2-1-5,-4 0 1,2 1 5,-1 0-6,-1 1 3,1-1-1,-2 0-4,0 3-6,-1-5-22,1 1-21,-1 3-18,3-3-25,-2 0-32,3-3-29,-3 5-9,0-3-7,3-1-96,0-1-269,0 0 119</inkml:trace>
  <inkml:trace contextRef="#ctx0" brushRef="#br0" timeOffset="12060.4773">14802 12420 137,'1'-3'219,"-1"3"-19,0 0-16,0 0-19,0 0-18,0 0-13,0 0-14,0 0-13,6-1-8,-6 1-11,5 4 0,0-4-10,0 2 0,-1 0-11,2 0-6,1 2-5,-3-2-6,2 2-4,0 0-8,-2 0 7,0 1-6,0-1-1,1-2-6,-3 1-3,1 0-4,0-1 5,0-1 1,-2 2-1,1-1-2,-2-2-3,-2 5-6,2-5 3,-3 2-6,3-2 3,-5 2-9,1-2 3,-1 0 0,5 0-7,-10 3 3,5-3-1,-1 2-2,-1 0-1,0-2 3,4 3-4,-1-2 2,0 1-3,0-1 1,4-1-1,-6 3 1,5-1-7,-1 0 5,2-2-2,-3 1 4,3-1-1,0 0 5,3 5-6,-3-5 1,4 3-2,-1-3-1,-3 0-7,7 1-4,-4 0-6,-3-1-4,9 0-12,-5 0-14,1 1-12,-5-1-17,7-1-20,-1 1-14,-2-1-19,3 1-14,-2-3-7,0 1-2,1 0-2,2-1-98,-1 1-272,0 0 121</inkml:trace>
  <inkml:trace contextRef="#ctx0" brushRef="#br0" timeOffset="12366.4872">15013 12397 33,'1'-4'129,"-2"0"-2,1 1 1,0-1 10,-1 1-6,-1-1 11,1 2-3,-1 0-6,0-2-10,2 4-7,-5-2-1,5 2-7,-8 4-6,8-4-7,-7 3-8,4 0-9,0-1-14,0 0 0,2 3-8,0 0-7,1-1-5,1 0-3,0 1-8,-1 0-11,2 0-2,-1 3-1,2-2-8,1 2 4,-1 0-4,1-1 3,1 1-7,-1-1 2,0 1 1,-1-2-2,0 1 0,-2-1-3,0 0 4,1-1 3,-1-1 3,-2 0 3,-1 1 5,1-2 2,0 2-3,-2-2-2,0 1-2,0-2-18,0 0-4,1 2-12,-1-3-18,3-1-22,-3 2-38,3-2-24,0 0-40,0 0-33,0 0-140,0 0-356,-6-8 157</inkml:trace>
  <inkml:trace contextRef="#ctx0" brushRef="#br0" timeOffset="12907.2515">15312 12203 50,'0'0'160,"0"0"-6,0 0-9,0 0-4,-5 14-8,4-7-7,1 3-8,0 4-3,1-1-13,-1 1-3,-1 1-8,1 0-8,1 4-12,-1-4-5,0-1-9,0 2-6,3-2 1,-1 0-8,-1 0-8,2-3-1,-2 1 1,1-4-8,-1-1 2,-1-1-6,1 0-2,-1-3-4,2 1 0,-1 1-3,-1-3 2,0 1-5,0-3 0,0 3-2,0-3-11,-4 2-8,4-2 2,0 0-1,-13-5 0,9 3 1,-3-1-1,0-1 5,0 1 0,1 3 0,-1-2 5,0 1 4,-4 2 3,4-1 4,-1 4 3,-1-3-2,2 3 5,0-1 3,3-1 4,-2 2-6,3 0 11,-4 0-4,6 2-1,-1-2-2,1 0-1,1 1 0,0-1 0,0-2-7,1 2 2,2 0-5,0-2-1,1 1-2,2-1 0,1 0-14,0-1-12,2 2-10,0-3-18,1-2-17,-3 2-14,3-2-16,0 1-9,0-2-4,-2 1-37,1 0-17,1 0 0,-1-1-99,1 0-278,-1 1 123</inkml:trace>
  <inkml:trace contextRef="#ctx0" brushRef="#br0" timeOffset="13246.454">15486 12496 153,'-4'1'153,"-2"1"-7,1-2 7,-1 0-12,-1 0-12,0 0-6,0 0-4,-3 0 0,3-2-15,0 1-8,-3-3-14,3 3-1,2-1-8,0 0-13,1-2-4,1 1-8,0 0-3,2-1-12,-2-1-10,3 1-18,2 1-1,-1-3-7,3 3 4,-1 0-9,0-2-5,1-1 2,2 2 2,-1 3-5,-2-2-3,1 3 10,2 0-5,-2-2 4,-4 2-3,7-1 9,-7 1 5,3 3 10,1-1 3,-4-2 3,3 4 12,-3 0-1,0-1 1,-3 3-1,3-3-5,-4 0 1,1 3-4,2-3-11,-2 0-5,0 2-15,-1-1-16,4-2-23,0-2-5,-3 7-41,3-7-19,0 2-17,-4-1-12,4-1-106,0 2-266,0-2 117</inkml:trace>
  <inkml:trace contextRef="#ctx0" brushRef="#br0" timeOffset="13764.4139">15686 12311 92,'0'0'135,"-12"4"4,7-2-10,3-1 1,-3 0-1,1 2-4,1-1-2,-1 2-3,-2-1-10,2 2-4,1-1-8,-1 1-7,0 1-9,1-2-9,2 1-6,-1 0-6,2-1-5,0 1-5,2 0-8,-1 0-2,2 2-2,1-1-2,2 1-10,-2 0-1,2-2-2,-1 1-6,0 0 0,0 0-1,-1 0 0,2 1-4,-2 0-1,-1 0 1,0-2-6,-2 1 4,1 0-2,-2-1 10,0-1 7,-2 1-1,-1 2 3,1-2 5,-3 0-1,1-1-8,-1 1-2,-2 0 5,-1-2-10,3-1 4,-2 0-11,1 0-5,2 0-15,0 0-20,-2-2-16,6 0-18,-7 0-20,7 0-21,0 0-18,-7-2-22,7 0-22,0 2-134,1-4-326,2 0 145</inkml:trace>
  <inkml:trace contextRef="#ctx0" brushRef="#br0" timeOffset="14167.2763">15826 12532 160,'-4'0'177,"4"0"-13,-9-1-14,2 0-6,1-1-8,-1 0-13,3 0-9,-3-1-13,4 0-10,-1 0-5,-2-2-5,2 1-9,1-1-13,-1 1-3,1-2-6,3 0-5,-4-1-13,4 2-7,0-2-8,4 2-3,-1-2-8,0 2 3,-2 1-5,5-1-5,-2 1 2,-1 1-3,1 0-3,-1 3 10,1-3-8,2 2 3,-6 1 0,6 0-1,-6 0 0,0 0 1,7 1 11,-6 2 1,2 0 4,-3 1 5,-2-1 4,2 2 2,-1-1 1,-2 1 0,0-1-11,3 1 3,-4-2-4,3 0-4,-2 2-12,0-1-8,3-4-10,-1 5-17,1-5-22,-3 5-16,3-5-13,0 0-31,0 0-11,-3 1-15,3-1-104,0 0-266,0 0 118</inkml:trace>
  <inkml:trace contextRef="#ctx0" brushRef="#br0" timeOffset="14480.2023">15910 12191 6,'0'0'186,"0"0"-7,0 0-5,0 0-14,0 0 5,0 17-11,0-10-6,0 2-12,0 3-2,0 3-7,0-3-9,0 4-5,0 2-13,0 1-6,0 1-10,-3-6-10,6 1-3,-3-1-8,0 4-5,0-4-7,0 0-6,0 1-3,0-3-7,0 0-6,3 1-4,-3-4-10,0 0-9,0-1-12,1-1-8,-1-2-16,3 3-17,-3-3-11,0-2-27,0 0-14,0-3-23,0 5-30,0-5-18,0 0-132,0 4-327,0-4 145</inkml:trace>
  <inkml:trace contextRef="#ctx0" brushRef="#br0" timeOffset="14881.6581">16020 12545 123,'0'0'205,"-7"-3"-2,3 0 0,0 0-12,-1 0-20,1 0-19,1-1-9,-1 0-14,-2-2-11,2 1-8,0-1-14,1 0-7,0-2-13,-1 2-4,3-2-9,-1 0-11,2 3-3,0 0-11,0 0-6,2 0-15,1 0-7,-1 1-7,1-2-7,1 2-7,1 0-2,0 2 0,-2-2-5,3 1 4,-1 2-7,0 0 8,-1-1-2,0 2 4,-4 0 3,9 0 0,-7 1-5,1 1 8,-3-2 2,4 4 13,-4-1 1,2-1 6,-2 0-1,0-2-4,-4 5 2,1-2 3,0 2-3,0-1-4,0 1 0,-1-1-7,1-2-6,-1 2-16,3 0-12,-1-3-19,2-1-18,-3 3-20,3-3 0,0 0-19,0 0-17,-4 5-10,4-5-13,0 0-95,0 0-262,0 0 116</inkml:trace>
  <inkml:trace contextRef="#ctx0" brushRef="#br0" timeOffset="15185.8151">16144 12370 121,'-7'2'189,"3"0"-2,0 1-2,-1-1-4,0 1 2,-1 1-5,2 1-4,-2 1-13,-1 0-11,0-1-2,0 2-12,1 0-9,5 1-9,-5-4-11,2 4-12,1-1-11,-1 0-9,3-2-5,-1 0-11,2 1-6,0-1-5,0 0-2,2 1-8,-1-2-14,1 1-10,0-2-9,-2 0-14,3-1-19,1 1-19,-1-1-27,0-1-19,-3-1-19,7 1-18,-7-1-19,11-2-17,-4 1-23,-4 1-138,4-3-353,-1 2 156</inkml:trace>
  <inkml:trace contextRef="#ctx0" brushRef="#br0" timeOffset="15458.8149">16210 12407 163,'0'0'172,"-12"7"2,9-4-3,0 1-10,0 1 3,0-1-9,3 0-4,-4 4-7,0-1 1,1-2-15,0 2-11,2-1-11,-1 0-15,1-1-8,1 3-7,0-3-8,0 1-8,0-1-6,-1 1-5,1-1-5,1 0-11,-1 1-13,1-4-17,2 2-14,-3-2-15,2 0-8,-1 2-8,-1-4-12,6 3-17,-6-3-21,7 1 1,-7-1-12,5 0-11,-5 0-1,10-2 3,-7 0-7,1 0-1,0 0-10,1 0-98,0-1-246,-2 2 109</inkml:trace>
  <inkml:trace contextRef="#ctx0" brushRef="#br0" timeOffset="15640.0299">16268 12472 135,'0'5'171,"0"-2"-13,0 5-4,0-4-17,-3 1-9,3 0-13,0 1-13,0-3-13,0 2-13,0 1-6,0-3-15,3 2-15,-3-2-20,0-3-30,0 7-17,0-7-18,4 2-23,-4-2-9,2 2-12,-1-1-18,-1-1-65,0 0-185,0 0 82</inkml:trace>
  <inkml:trace contextRef="#ctx0" brushRef="#br0" timeOffset="15779.9988">16313 12397 34,'-1'-3'159,"-1"-2"-14,2 5-19,-3-3-8,3 3-16,-2-3-26,2 3-23,-5-3-25,5 3-44,0 0-31,0 0-83,-8 6-140,5-3 61</inkml:trace>
  <inkml:trace contextRef="#ctx0" brushRef="#br0" timeOffset="16605.1304">16410 12447 93,'-4'3'195,"1"2"-16,-2 1-14,0-1-20,1 2-9,1-2-19,1 0-13,0 0-14,-1-1-5,3 1-9,0 0-3,2-2-11,-1 2-8,-1-1-8,4 0 0,-4-1-10,0-3-12,7 3-4,-4-2-15,-3-1-5,7 0-5,-7 0-3,10-1-2,-6-1 2,-4 2-2,9-4 0,-4 1 2,-2-1 2,0-2 9,0 3-2,0-1 1,-2-2 15,-1 1 4,4-1 5,-4 1 6,0-2 4,0 2 9,0 2 0,-1-4-1,-2 2-1,2 5 5,-1-3-7,2 3 1,-7-1 4,0 2 3,3 2-1,-2-3 2,2 4-3,1-1-2,-4 2-2,2 0-9,0-2-4,1 4-3,1-1-5,-1-1 3,3-1-7,-1 1-2,2-2-2,0 2-3,-3 0-2,6-3-12,-3 2 0,0 1-3,2-3-6,1 1-6,-1 0-3,1-2 0,1 0-9,-4-1-2,7 1-5,-4-1 2,-3 0 3,10-3-2,-6 0-1,3-1 2,-1-1-1,1 1 1,0-2 0,-1 0 0,1 1 6,1-1-6,-1 0 0,-1-1-2,1-1 4,0 3-1,0-4 9,0 4-3,-3-1 5,-1 3 8,1-2-2,-1 2 2,0 1 9,-2-2 11,-1 4 12,7 0 4,-7 0 4,0 0 4,3 7 2,-3-4 1,0 3 0,0 1 4,0-1-5,0 0-2,0-1-3,0 1-3,0 0 1,0 1-3,0-2-3,0 0-2,0 0-4,0-1 2,-1-2-3,1-2-5,1 5 2,-1-5 2,3 3-11,-3-3-1,0 0-5,0 0-7,0 0-1,14-5-7,-10 1-7,1 1 7,0 0-2,-2 0 0,4-2 1,-3 0-1,5 1 2,-5 0 4,0 0-1,-1 2 5,1-2 3,-1 3 14,1 0 5,-1-1 7,-3 2 17,2-1 1,-2 1 3,0 0-1,0 0 2,2 6 6,-2-2-2,-1 1-3,0 2 0,-1-2-4,2 1-2,0-1-4,0-1-4,-3 2-15,3-1-17,-1-1-14,1 0-24,-3 2-20,3-3-38,0-3-31,0 7-35,0-7-36,-3 6-116,3-6-347,-4 6 153</inkml:trace>
  <inkml:trace contextRef="#ctx0" brushRef="#br0" timeOffset="17890.4464">11744 12982 28,'-3'2'161,"0"2"1,0 0 1,1 2-6,0-2-9,-1 2-11,1 2 2,0 0-9,1 0-5,-1 1-11,1 0-7,-2-1-3,3 1-3,0 0-10,0-3-5,3 2-5,0-1-1,0 1-9,-1-2-9,1-2-3,1 0-7,1-1 2,-1 0-10,0 0-3,3-2-6,-1 1 1,1-1-3,1-3-1,-1 1-6,0-3-1,3 1-2,-3 0-4,0-1-1,0-2-1,0 0 1,0 0 3,-2 0-8,0-1 5,-2 1-3,-2-3 2,2 2 0,-3 0 12,0-2-4,0 1 8,0 0-3,-3 0 5,2 0 3,1 1-2,-3 0 6,0-1-2,-1 5 6,1-2-3,3 1-1,-4 0 6,-1 2-11,0-2-5,0 4-8,-1-1-2,0 1 1,-1 0-1,0 1-7,0-1-3,3 4 2,-3 0-9,0 1-8,0 0-19,0 1-12,0 0-14,1 0-24,1 2-22,0 1-26,1-1-10,-3 1-22,4 4-21,-1-7-22,4 4-17,-3-3-12,3 1-125,-1 3-379,-1-5 168</inkml:trace>
  <inkml:trace contextRef="#ctx0" brushRef="#br0" timeOffset="18419.8025">11761 13175 140,'-2'5'190,"-1"-3"-11,2 1-10,-2 2-9,0 2 4,-1 1-13,1 0-9,1-2-4,-1 3-5,1 3-13,0-4-4,2 3-13,0-3-7,0-1-11,1-1-3,0 2-12,4-2-3,-3 0-7,1-1-4,1-1-9,2 1-2,-2-2-3,3 0-4,0-1-3,-1-1-5,1 1 1,3-5-3,-6 2-3,3-3-4,2 3 0,-1-4-1,-1 0-5,0-1-2,0 0 4,-3 0-6,2-1 3,1-1 0,-1-3-3,-5 1-2,5 3 4,-6-1 2,-2-2 11,2 2 10,-4-2 5,4 4-2,-3-3 4,-1 0 3,-3 4 9,4-3 7,-4 2 5,4 0 3,-4 2-13,3 2 1,-3-1-7,1 1-19,1 2 18,-4 2-10,2-1-15,0 3-6,-1 0 7,-1 2-4,2-2-5,-1 2 4,1 2-9,0 0-15,1-3-11,3 3-15,-2-4-23,3 6-21,-2-1-29,3-1-20,-1 2-23,4-4-25,1 3-36,-1-2-32,3 0-22,0 0-147,-1-1-440,1 0 195</inkml:trace>
  <inkml:trace contextRef="#ctx0" brushRef="#br0" timeOffset="19482.3137">12266 13264 17,'0'0'146,"-5"3"-8,2-2-6,3-1 8,-6 2-12,6-2-5,-8 2-19,4-2 4,4 0-4,-10-1-3,4-1-8,2 1-3,-2-2-10,2 3 0,-2-4-3,1 3-1,-1-2-14,3-2 2,-4 1-7,0-3-10,3 3-3,1-4-5,-2 2 0,3-2-3,-1 0-5,1-1-7,0 1 4,4-2-9,0 1 3,-2-1-5,3 3-1,-1-3-4,3 3 2,-5-2-4,7 2 1,-4 1-4,1-1-1,-1 2 0,1 2-1,-1 0-2,-3 0-2,3 0 0,-2 0 0,1 1 2,-2 2-6,0 0 4,0 0 8,0 0 6,0 0 1,4 6 5,-4-2-1,-3-1 0,3 1 4,-3 1-3,2 0-2,-2-1-2,2 0-3,-1 0-2,-2 1 2,4 1-4,-3-2 2,2 0-7,-2 1-6,3 0-8,-3-3-13,3 1-13,0-3-12,-3 5-10,3-5-15,-1 3-18,1-3-14,0 0-15,0 0-20,-3 4-6,3-4-15,0 0-109,3 2-290,-3-2 129</inkml:trace>
  <inkml:trace contextRef="#ctx0" brushRef="#br0" timeOffset="19929.4712">12275 13120 36,'0'5'161,"0"2"-6,-2-1-12,2 0 1,0 1-4,2 1 0,-2-2-17,-2 2-3,2 1-10,-1-4-3,1 2-12,0-3-10,0 1-6,0-2-9,-1-1-4,2 1-5,-1-3-7,-3 4-1,3-4-6,0 0-5,2 3-4,-2-3-3,0 0-5,0 0-2,5-9-5,-2 4 0,-3-1-1,3 2-5,0-4 1,0 2-3,-1-2 0,3 2-4,0-1 1,-1 2-4,-1 2-2,0-1-1,1 0-2,-4 1 2,3 1-2,-2 1-2,-1 1 7,6-3 8,-6 3 10,0 0 0,4 5 3,-4-3 4,3 1 5,-3 2 1,3 0-2,-2 1 3,-1 1 0,3-1-1,-6 1 3,3 0-10,3 1-1,-3-4 0,-3 4-7,3-2 1,0-2-5,0 0 1,0 1-3,0 0-7,0-3-10,0 1-19,0 0-12,0-3-13,0 3-19,0-3-17,0 0-26,0 0-22,0 0-29,0 6-7,0-6-16,0 0-17,0 0-107,0 0-329,0 0 145</inkml:trace>
  <inkml:trace contextRef="#ctx0" brushRef="#br0" timeOffset="20222.2326">12472 12983 182,'-3'7'192,"0"1"-3,-1 1-1,1 1-12,-1 4 0,3 1-8,-4-2-6,3 2 2,0 5-10,-2-7-12,1 1-11,3-2-14,-1 3 1,1-3-15,0 1-6,-2-2-16,5-1-3,-3 0-8,2-1-11,2 2-2,-1-4-7,-2 0-10,3 0-8,-2-3-21,-1-1-23,2 1-24,0-1-35,-2 0-25,-1-3-35,4 2-22,-4-2-29,0 0-22,7-4-138,-4 3-371,-3 1 164</inkml:trace>
  <inkml:trace contextRef="#ctx0" brushRef="#br0" timeOffset="20614.9721">12395 13099 159,'0'0'178,"-3"-3"-18,3 3-11,0 0-22,1-4-9,-1 4-13,7-2-3,-4 1-18,4-1-5,-3 2-14,3 0-9,0 0-13,2 1-10,-1-1-14,-1 1-13,3 2-5,-3 0-11,3 1 12,-3-1-9,3 3 10,-3-1-3,0 2 3,4 1-3,-8-1 3,4 0 8,0 2 15,-3-3 2,-1 1 5,0 1 13,0 0 16,-2-3 6,2 2 0,-3-4 6,2 2-6,-2 0 8,1-1-4,-1-2-1,0-2-5,1 4 0,-1-4-1,2 1-6,-2-1-6,0 0-4,0 0-4,0-8-3,1 3-7,-1-2-2,2 1-4,0-2-4,0-1-3,-1 1 1,1-1-3,0 0-5,1 1 0,0-1-1,-2 1 2,2 1-6,0 2 0,-3 0-8,4 1 3,-1-1-11,0 3-15,0 0-20,-3 2-18,0 0-27,0 0-32,0 0-36,11 4-32,-11-4-27,4 5-123,-2-1-364,3 0 161</inkml:trace>
  <inkml:trace contextRef="#ctx0" brushRef="#br0" timeOffset="21106.3082">12679 13102 55,'0'0'212,"0"0"-21,4-2-6,-4 2-13,0 0-18,0 0-14,14 2-20,-14-2-6,6 4-9,0-1-7,-1-1-10,-2-1-2,1 2-9,1 2-6,-3-2-6,1-1 1,0 2-4,-3-2-6,1 2-4,-1 0-5,-1-1-3,2-1-6,1 2 0,-4-1 0,2 0 1,-1-1-1,1-2-2,-4 2-3,4-2-2,-3 2-5,3-2 1,-10 1-2,10-1-2,-8 2 3,2 0 10,6-2-6,-10 1 6,6 0-1,0 3 2,-2-2 3,3 2 3,-4-1-5,4 1 4,-1-4-5,1 3-1,1 0-7,0 1 0,2-4 5,-3 4-2,3-4-4,3 7-5,-3-4-1,0-3-4,4 5-10,-1-3 9,0 1 2,-3-3-3,7 5-2,0-5 0,-3 1-4,-4-1-2,10 1 3,-4-2-10,2 1-11,-4-1-20,1-1-23,-5 2-23,7-2-18,-2 0-34,-5 2-20,6-4-49,0 0-28,-2 1-185,0 1-445,0-2 197</inkml:trace>
  <inkml:trace contextRef="#ctx0" brushRef="#br0" timeOffset="21598.8886">12959 12937 29,'0'0'191,"-4"10"-14,4-4-10,2 3-9,-4-1-10,4 5-13,0 0 9,-2-1-7,0 2-6,0-2-7,0 1-5,0 1-11,0-1 3,0-1-11,3 1-5,-3-3-10,2 2-8,-1-4-7,-1 0-6,0-1-6,0 0-7,0-2-5,0-1-3,0 2-4,0-2-4,0-1-2,-1-1-3,1 1 1,0-3-8,-2 4-2,2-4 2,-3 0-4,3 0-3,0 0 2,-11-2-5,7 0 1,0 0-1,1-1-1,-3 1-9,1 1 8,0-1 6,1 2 1,-3-1-2,1 1 5,6 0-3,-9 0 5,4 0-1,1 1 4,0 1-2,1-1 2,-1 1 3,1 1-4,0-1 0,2 2-2,-1-2 2,-2 1-5,4 3 1,0-4-5,0 1 1,2 3-4,0-3 3,0-1-6,-1 2 4,2 1-2,0-4-3,1 3 1,0-2-4,1 0-3,-1 0-11,0 0-22,0-2-20,2 1-14,-2-1-21,-4 0-18,11-1-18,-6-2-19,0 3-22,2-4-13,0-1-10,0 2-10,-2-4 9,0 4-6,2-3-97,-4 2-313,1 2 140</inkml:trace>
  <inkml:trace contextRef="#ctx0" brushRef="#br0" timeOffset="21974.876">13000 13158 481,'0'-4'-27,"3"2"14,-3 2 17,0-8 6,3 4 9,-3 1 9,1-2 4,-1 1 14,3-2 5,1 3 14,-1-3-4,0 2 4,1 0-7,0 1 1,1 0 6,2 1 1,-2 1-5,0 0-4,3-2-8,-8 3 5,11 3 7,-1-1 5,-3 2-4,0 0-1,0 0-11,0-1-1,-1 2 1,-2 0 3,3 2 4,-3-4-3,-1 1 4,0 0 1,1 0 8,-4 0 1,0 0 4,0-2 1,0 3 5,0-2-3,-3 0 6,-1-1-4,4 1 6,-5-1-3,0-1-7,1 1-3,-2-1-6,2 0-4,-1-1 10,0 1-7,1 1-10,0-2-4,0 3-5,-2-2-4,3 2-4,-1 0-3,1-1-11,-1 0 5,3-1-2,-1 2-14,-1-1 12,3 2-9,-1-2-2,1-2-1,-1 3-3,1-3-8,2 5-3,-2-5-13,6 1-7,-3 0-11,-3-1-8,8 0-14,-2 0-18,-2-2-7,-4 2-8,11-1-9,-5-3-3,2 4 9,-2-2-2,1-1-25,0 0-17,0 0-13,0 0-11,0 2-7,-1-1 0,-2 0 3,3-3 13,-4 0 7,4 2-86,0-2-247,-3 3 110</inkml:trace>
  <inkml:trace contextRef="#ctx0" brushRef="#br0" timeOffset="22328.2957">13255 13100 183,'3'-4'-3,"1"0"6,-2-1 5,-1 0 12,2 2 10,-3-2 21,0 1 18,1 1 13,-1 3 21,0-8 8,0 6 14,0 2 6,-4-4 4,4 4 0,-4-3 7,2 2-6,2 1-2,-8 0-4,8 0-2,-7 4-11,1-2-8,2 0-14,1 1-5,0 2-12,-1-2-5,1 0-7,3 2-8,-2 1-10,2-2 0,1 1-8,0 2-8,1 0-9,-1-1-8,1 1 0,2 0-2,0 1-5,0 0-8,2 0-3,2 1-7,-1-2 6,-1-1-4,1 3 3,0-3 1,-1 2-1,-1-1-3,1 0 5,-2-1 3,-1 1 3,1 0 3,-4-3 14,0 2 9,3-2 0,-6 2 3,0-4-4,2 3 1,-2-1 9,-2-1-5,3-1-4,-5 1-1,2-2-5,0 1-12,5-2-6,-8 1-8,8-1-17,-7 1-12,7-1-20,0 0-14,-10-3-18,10 3-14,0 0-19,-7-3-21,7 3-26,-4-2-26,4 2-17,0 0-111,0 0-343,0 0 152</inkml:trace>
  <inkml:trace contextRef="#ctx0" brushRef="#br0" timeOffset="22867.3272">13476 13164 166,'0'0'211,"0"0"-3,0 0-6,-4 1-5,4-1-11,-6 1-9,6-1-10,0 0-9,0 0-12,0 0-10,-1 1-12,1-1-15,0 0-4,0 0-13,0 0-1,0 0-5,11 3-6,-5-3-10,2 0-2,-2-2-7,5 1-4,-2 1-7,1-1-5,-1 1-6,4 1-1,-2-2-7,2 1-3,-2-2-3,-1 2 3,0-2-8,1 2 0,-4-1-6,3 0 3,-6 0-6,2 0 2,-2 0 0,-4 1 3,9-1-13,-9 1 7,4 1-1,-4-1-8,7-1 0,-7 1-8,0 0-10,4 0-17,-4 0-14,0 0-20,0 0-15,0 0-19,0 0-16,0 0-12,0 0-14,0 0-10,9 0-12,-9 0-5,0 0-4,5 2 8,-5-2-3,0 0-93,5 1-284,-5-1 126</inkml:trace>
  <inkml:trace contextRef="#ctx0" brushRef="#br0" timeOffset="23424.6126">13675 13090 81,'0'0'160,"-3"-2"-2,3 2 2,-3-2-5,3 2-6,-4-2-4,4 2 2,0 0-4,0 0 1,-3-2-5,3 2-4,0 0-9,0 0 5,-4-1-5,4 1-7,0 0-8,0 0-8,0 0-4,0 0-6,0 0-10,0 0-17,0 0-2,0 0-7,0 0-3,0 0-3,0 0 1,7 7-9,-3-6-7,-1 2-7,4 0 4,0-2-5,-3 2-2,6 0-2,-4 1-9,2 0 0,-1-1-7,-1 2-4,1-2-5,3 1 1,-3 0 2,0 0-1,1-1-10,-2-1-5,1 1 0,-3-1 6,-1 2 0,1-2-1,-1 1 1,-3-1 2,3 1-3,-3-3 9,0 7-4,-3-3 2,3 0 2,-3 2 4,1-2 7,-3 4 6,1-3 0,1-1 2,-2 4-1,-1-2-2,-1-1 3,1 0-4,1-1 7,-1 1-3,-1 0-3,1 0-3,1 1 3,-1-3-9,2 1 5,-2 0-2,3-1 1,1-1-3,0-1-1,-2 1-8,4-2-3,-3 3-16,3-3 1,-7 2-15,7-2-15,0 0-18,0 0-14,0 0-22,0 0-24,0 0-16,0 0-22,0 0-24,0 0-29,0 0-162,0 0-412,0 0 182</inkml:trace>
  <inkml:trace contextRef="#ctx0" brushRef="#br0" timeOffset="25197.3599">13483 13175 8,'-4'-2'70,"4"2"-8,0 0 7,0 0-13,-7 0 0,7 0-9,-3 4 14,-1-1-3,4-3-7,-3 0 2,3 0 0,-3 3 0,3-3-1,-4 1 3,4-1-9,0 0-1,-5 1 3,5-1-7,0 0 2,0 0-2,0 0-3,-5 1-9,5-1 10,0 0-6,0 0-2,0 0-6,0 0 5,0 0-6,0 0 4,0 0-2,0 0 4,0 4-1,0-4-5,0 0 8,0 0 1,0 0 0,0 0 0,0 0 3,14 0 4,-9-3-7,0 2 1,-5 1-2,10 1-2,-6-1-2,6-2-5,-4 1 2,2 1-3,1-1-4,-1 0 2,2 1-6,1 0 0,-1-2-2,-1 2-4,-1 0 3,1 0 0,0 0-3,-2-2-2,-1 1-3,1 2 2,0-2 3,-3 4-2,2-3 1,1 2-1,-3-1-5,-1 0 2,1-1-1,-4 0 2,10 0 0,-7 2-1,0-1 1,1 2 0,-4-3-5,6 0 7,-5 2-5,-1-2-5,7 1 0,-7-1-3,4 0-5,-4 0-12,0 0-8,7-1-14,-7 1-14,3-2-12,0 2-21,-3 0-10,0 0-18,4-4-9,-4 4-98,4-1-247,-4 1 109</inkml:trace>
  <inkml:trace contextRef="#ctx0" brushRef="#br0" timeOffset="26328.9765">13933 13015 156,'0'0'181,"0"0"-7,0 0-10,-6-1-4,6 1-8,0 0-8,0 0 0,-4 0-14,4 0-1,0 0-14,0 0-11,0-4-9,0 4-13,1-5-4,-1 2 1,3-1-10,0 2-2,-2-3-10,3 2-1,2-3-7,-2 2-5,3-1-5,-1 2-6,1-2 0,0 4-5,0-1-5,0-1 1,-4 1-1,7 0-3,-3 2-6,-1 0 1,-2 0-1,-4 0-5,7 0 3,-3 3 3,3 2 6,-3-3 4,-1 3 4,1 0 0,-1 3 1,-3 0 2,0-1-1,2 0 6,-4 1-2,-1 0 1,-1-2 1,0 2-3,-2 0 1,-1 2-1,0-5-13,0 1 13,3-1-4,-3 0-6,1 0 5,-1-2 2,4-1-11,-4 2 6,3-2-2,1 0-3,-1-2-5,4 0-2,-3 3-6,3-3-2,0 0-9,0 0-11,0 0-3,0 0 0,0 0-5,0 0-7,10-6 5,-10 6 0,7-3-2,0 3 0,-4-2-3,4 2 5,0 0-2,-7 0 4,13 3 4,-8-2-2,2 2 3,-1 1 5,0-2-5,1 4 7,0-2-2,-3 1 4,3 1 0,-1-1 2,-1 1 0,-2 0 0,1 0 8,-2 0 4,-1-1 9,-1 0 8,0 1 3,0-2 5,-1 2 0,-1-1 8,1-1 0,-3-1 3,0 2 6,-5-1 5,2-1-7,1 1 4,-1-1-16,0-2 22,0 3-4,2-4-3,0 4-6,-3-4-4,2 1-7,-2 2-2,-2-1-2,0 0 2,6-4-15,-2 4 5,-1 0-20,7-2-9,-7-2-15,7 2-19,-7 2-16,7-2-19,0 0-23,-3 0-16,3 0-26,0 0-23,0 0-10,0 3-16,0-3-13,0 0-11,0 0-6,0 0-140,0 0-390,0 0 173</inkml:trace>
  <inkml:trace contextRef="#ctx0" brushRef="#br0" timeOffset="34401.2197">14343 12875 86,'0'0'108,"0"0"-10,0 0-2,0 0 3,-2-1-4,2 1-2,0 0-14,0 0 0,0 0 0,0 0-6,-1 8-6,1-8-1,-2 8-5,2-4-1,0 4 3,-1-2-9,1 2 3,-1 0-2,-1 1-4,2 4-1,0-1 0,0 0 3,0 1-2,0 0-4,2-2 24,-1 2-4,-2 0-9,2 0-2,-1 0-3,1-1-3,1 4-2,-1-4-6,2 1-1,-2 0 0,1 0-5,-1-2-2,2 2-3,-2-2-5,2 2 1,-3-5-3,3-1 0,-3-1-3,3 0 0,-2 0-7,-1-2 1,0-1-2,0 0-4,0 1 4,2 0-4,-2-2 4,0 1-7,0 0 2,0-3-2,0 3-1,0-3-1,1 4-2,-1-4-10,0 0-12,0 0-13,0 0-24,0 0-12,0 3-25,0-3-15,0 0-14,0 0-22,0 0-19,0 0-8,0 0-106,0 0-300,0 0 133</inkml:trace>
  <inkml:trace contextRef="#ctx0" brushRef="#br0" timeOffset="34854.4133">14434 13111 72,'0'0'138,"0"0"-1,0 0-7,0 10-2,0-7-12,0 2 2,0 1-10,0 0-6,0 2-2,2-3-7,-4 0-2,4 3-2,-2 1-8,0-2-4,0 0-10,0 0-4,0 0 0,2 0-2,-2-3-5,0 4-5,0-3-3,3 0-2,-3 0-6,0-2-7,0 2-2,0-1-2,0-2-6,2 3 5,0-1-3,-2-1-7,0-3 0,0 4-4,0-1 0,0-3-3,0 3-17,0-3-21,0 4-32,0-4-27,0 2-31,0-2-32,0 0-21,0 0-115,0 0-307,0 0 136</inkml:trace>
  <inkml:trace contextRef="#ctx0" brushRef="#br0" timeOffset="35068.1382">14438 13017 33,'0'-2'180,"-4"0"-5,4 2-9,-1-4-16,1 1-6,0 3-10,0 0-22,-2-3-6,2 3-12,0 0-8,0 0-10,0 0-7,0-2-7,0 2-8,0 0-13,0 0-21,0 0-18,0 0-21,0 0-39,0 0-22,0 0-32,2 8-25,-1-5-80,-1-1-234,2 1 104</inkml:trace>
  <inkml:trace contextRef="#ctx0" brushRef="#br0" timeOffset="35729.0716">14502 13054 108,'0'0'127,"0"0"4,-2-1-7,2 1-3,0 0 1,0 0-5,0 0-9,0 0-6,0 0-10,0 0-10,0 0-7,0 0-4,-3 8-2,2-2-8,1-3-6,0 3-3,1 0-5,-1 4-4,0-3-5,3 1-1,-3 0-1,0 5 0,0-6-6,2 5-1,-2-5-4,1 1 0,1 0-2,-1 0-1,0-3-3,-1 2-2,0-4-1,0 1 7,2 2-10,-2-2-5,1-2 5,-1-2-6,0 4 5,0-1-3,0-3-3,2 3 1,-2-3 0,0 0 4,0 0-5,0 0-1,0 0 1,0 0 1,2-10-7,0 6 3,-2-4 11,1 4-10,1-5 1,-1 1-5,3-1 2,-4-1-3,2 2 3,-1 1-1,3-5-1,-1 4 0,-1 1 1,0-1-2,1 2 1,0 1-1,0 1 4,-2 0-2,2-2 1,-3 4-3,4 0-1,-4 2 0,2-2 1,-2 2 2,0 0-3,0 0 6,8 5-4,-5 0 6,-2 0-4,2 1 0,-3-1 3,4 3 2,-4 1 0,3-3 1,-3 3 8,0-2-4,2 1 0,-2-1-3,0 2 7,0-3-2,0 0 3,-2-1 1,2-1-2,0 4-2,0-5-6,0 3 3,0-4-2,-1 2-2,-1-4-2,2 0-3,2 5-10,-2-5-4,0 0-22,-2 5-11,2-5-15,0 0-15,3 4-15,-3-4-20,0 0-19,0 0-9,0 0-17,0 0-112,0 0-288,10-2 127</inkml:trace>
  <inkml:trace contextRef="#ctx0" brushRef="#br0" timeOffset="36220.289">14774 13205 116,'-2'4'148,"-1"0"-14,-1-1-5,1 0 3,-2-1-5,0 0-5,1-1 3,1 1-12,-4-2-4,2 0-5,5 0-8,-9-1-8,4-1-9,0 0-11,0-4-2,-1 2-3,-1-2-13,6 1-2,-1-1-4,-2-1-4,3 0-5,1 0-2,-2 0-2,4-1-8,-2 1 5,0-1-7,0 0-2,1 1 0,-1 1-1,3 1-8,-2 0 1,2 0 2,1 0-6,-2 3 5,-1-2-4,2 0-4,-2 3 2,-1 1-2,2-3-1,-2 3 3,3-2-8,-3 2 6,0 0 0,0 0 0,0 0-4,4 8 5,-3-6-2,-1 2 3,0-1 0,2 2 0,-4-1 1,2 1-3,-1-1 2,-1 0-2,-2 4 1,4-3 0,-3-2 0,3 2-2,-2 0 4,0 0-5,2-3-4,-1 2-2,-1-1-12,1-1-8,1-2-18,0 0-27,-3 4-27,3-4-17,0 0-22,-1 2-17,1-2-19,0 0-91,0 0-285,0 0 126</inkml:trace>
  <inkml:trace contextRef="#ctx0" brushRef="#br0" timeOffset="36740.6257">14789 13082 43,'0'0'172,"0"0"-22,0 0-8,0 0-8,4-3-10,-4 3-8,0 0-14,0-3 1,0-1-7,3 2-9,0 1-5,-3 1-6,4-2-6,2 2-9,-6 0-6,7-1 0,-7 1-7,8 2-5,-4-1-6,4 2 1,-3 1-6,-1-1-4,2 0 1,-2 3-7,-1-2 7,1-1-10,1 3 8,-1-4-5,1 4 3,-3-3-4,-1 0 3,1 1-2,-2 0 7,0-2-3,0-2 10,1 5 0,-1-3 5,-3 1-5,3-3 1,-3 3-4,-1-2-6,4-1-1,-5 0-5,5 0 2,-9-1 4,9 1 4,-7 0-3,7 0-2,-4 1-5,1 1 1,-1-1-5,-2 1-2,3 0 1,-1 1-3,1-1 1,-1 0-2,0 1-1,1 0 1,0 2-2,0-2 2,-1 1-6,1 1 3,3-1-4,0-2 2,-1 2-4,1 0 0,0-1 1,1-1 1,1-1-1,-1 2-1,-1-3-3,0 5-2,0-5-5,4 1 2,-4-1-12,7 1-7,-2-2-13,-5 1-12,5-1-9,-2-2-22,3 1-12,-6 2-16,8-4-17,-4 3-15,1-1-11,-1 0-4,0-2-14,0 2-102,2 0-293,-2 0 130</inkml:trace>
  <inkml:trace contextRef="#ctx0" brushRef="#br0" timeOffset="37135.5734">14978 13061 133,'-2'-2'154,"2"2"-11,-4-2 1,4 2-6,0 0-8,-7 0-4,7 0-2,0 0-19,-7 3-5,4-1-9,3 3-8,-4-3-9,4 1-6,-3 1-9,3 1-4,0 0-4,0 0-9,3 0 2,0 1-8,-2-1-6,2 0-1,1 3 1,-1-1-6,1 0-7,3 3 0,-2-3-1,0 0 4,-1 0 2,1 0-13,-1 1-4,-1-4 4,0 2-2,-1-2 0,1 0 4,-1 1 3,-1-2 5,-1 0 7,0 2 7,0-1-2,-1-1 4,-1 0-4,-1 0 0,3-3 0,-7 2-1,3-2-1,0 2-1,0-2-4,1 2-3,3-2-6,-7-1-1,7 1-4,-7-1-5,7 1-19,-6-2-8,6 2-32,0 0-23,0 0-28,-7-1-38,7 1-18,0 0-27,0 0-115,0 0-328,0 0 145</inkml:trace>
  <inkml:trace contextRef="#ctx0" brushRef="#br0" timeOffset="37972.1166">15338 12869 18,'-1'-4'145,"1"1"-7,0 0-9,0 3-10,0 0-1,0 0-13,0 0 0,0 0-5,0 0-10,3 13 5,-2-5-10,-1 2 0,2 3-4,-2 0-6,1 2-6,-1 0-4,0 4-6,1-5-6,2 5-4,-3-5-3,2 0-6,-1 1-6,-1-1-3,0 0 4,1-2-5,1-1-7,-1 3-4,-1-5 1,0-1-4,0-1-4,2 1 0,-2-5-4,1 2 4,-1-2 0,2 0-5,-2 1 4,0-2-5,0-2-1,0 5-2,0-5 1,1 2 0,-1-2-1,0 0 2,0 0-2,0 0 6,0 0-9,0 0 6,0 0-4,0 0-2,-7-9 3,4 7-3,0-1-1,-1 0 2,1-1 1,0 2-4,1 0 3,-3 1 1,1-1 1,4 2-2,-7-2 0,3 2 0,4 0 2,-9 0 3,9 0-3,-8 3-1,2-2 9,2 1-11,0 0 0,-2-1 5,2 3-1,-2-1 4,5 0-2,-5 0 5,6 1 0,-4 0 1,4 1 7,0-2-7,0 1 0,2-1 2,0 0 0,1 0-1,1 1 0,2-2 0,-2 0 0,3-2-4,-1 1 0,1-1 0,0 0 0,0 0-2,0-1-2,0 2-2,2-2-4,-2-1-9,-2 0-9,2-1-11,-1 3-15,-2-1-16,0 0-10,2 0-21,-2 0-16,-1 0-22,1-1-12,-4 2-12,7 0-114,-7 0-290,7-2 129</inkml:trace>
  <inkml:trace contextRef="#ctx0" brushRef="#br0" timeOffset="38337.6735">15482 13190 158,'-6'0'191,"2"0"-12,-3 0-20,0 0-2,7 0-9,-11 0-8,5-3-10,-1 0-13,4 3-10,-1-4-11,-2 4-13,2-4-3,1-2-9,2 3-7,-2-1-9,3-1-5,0 0-5,0 1 1,3-1-11,1 0-12,-1-1-1,4 2-11,-3 0 2,2-2-8,-2 2 0,-1 1-5,4 1 3,-3 1-3,-1 0 2,4 0-1,-7 1 5,7 1-4,-4 0 1,-3-1-3,6 2 0,-6-2 8,2 4 4,0-4 2,-5 5 5,3-5-7,-3 5 3,0-2 1,2-2 0,-2 3-4,2-2-1,-1 0 3,2-2-8,-4 2-12,4-2-8,-3 3-21,3-3-36,-4 2-31,4-2-35,0 0-38,0 0-129,-1 3-329,1-3 146</inkml:trace>
  <inkml:trace contextRef="#ctx0" brushRef="#br0" timeOffset="38939.2313">15720 13043 98,'0'0'161,"-7"1"-5,3-1-12,-2 2-8,1-1-4,0 1-4,-2 3-2,3-2-17,-3 0 0,3 1-6,-2-1-7,3-1-6,-1 1-10,1 3-6,-1-4-8,1 0-6,-1 3-5,3-1-7,-1 1-6,2-2-3,0 1-6,0 0-3,3 0 1,-2 0-4,4-1-4,-1 1-4,-1-1 2,2 3-5,0-1-3,0 1 1,-2-2-2,3 1 0,-2 0-3,0 0 0,2 1-1,-1-3-1,-2 0 2,0 4-7,0-4 4,-2-1 3,-1 3 1,2-1 0,-4-2 5,2 2 1,0 0-1,-4 0-1,1-1 4,0 1 7,-1-1-6,0 0 0,-3 0 0,1-1-1,1 0-2,-1-2-4,2 1 3,-2-1-7,2 2 2,4-2-9,-9-3 4,5 3-23,4 0-12,-4-1-22,4 1-21,0 0-11,0 0-17,0 0-10,0 0-27,3-6-5,0 3-16,-1 2-3,3-1-98,0 0-280,-2-2 124</inkml:trace>
  <inkml:trace contextRef="#ctx0" brushRef="#br0" timeOffset="39369.3246">15855 13218 121,'0'0'143,"-4"6"-9,1-3-2,3-3 9,-1 2-3,1-2 4,-6 3-10,6-3-7,-5 3-9,0-2-7,-2-1-9,0-1-6,2 2-7,-1-3 3,-2-1-1,3 1-7,-2 1-10,3 1-5,-3-4-11,1 3 2,2-3-9,0 1-4,-2-2-5,2 2-6,1-1-3,3-2-4,-4 3-4,4-2-3,0-1-3,0 2-1,0-1-6,4 0-1,-4-1 0,3 3-1,-2-1-4,2 1 4,0 0-4,0 0 2,-2-1-3,2 3-2,-3 1-3,4-1 5,-4 1-5,0 0 1,6 5 1,-2-4-3,-4 2 5,2-1-2,-1 1 4,-1-1-4,0-2 0,0 7 0,0-4 3,0 1-4,-3 1 1,2 0-1,-2-2-2,3 2 6,-3-5-4,3 4-4,-1-3-7,1-1-17,0 0-11,-3 5-23,3-5-17,0 0-17,0 0-6,0 0-16,0 0-17,0 0 1,0 0-4,0 0-7,0 0-103,0 0-268,1-10 118</inkml:trace>
  <inkml:trace contextRef="#ctx0" brushRef="#br0" timeOffset="39675.1193">15840 12851 58,'0'0'134,"0"0"-2,4 11-6,-1-4-2,-2 1-11,2 5 0,1-1 0,-1 3-7,1-1-2,-1 5 0,-1-4-4,2 4-10,-3 0-3,2-5-12,0 7 4,0-6-6,-1 0-8,1-1-6,0 4-6,-3-5 1,4 1-10,-4-2-3,0-2-3,0 0-6,2-1-1,-1 3-4,-1-2-4,0-6 0,0 0-6,-1 4-7,2-5-15,-2 1-21,1-4-23,0 0-31,0 10-29,0-10-34,1 1-25,-1-1-110,4 4-302,-4-4 134</inkml:trace>
  <inkml:trace contextRef="#ctx0" brushRef="#br0" timeOffset="40118.8283">16010 13207 111,'-7'-3'167,"6"0"-13,-2-2-17,0 3-8,2-2-13,-2-4-13,0 3-12,2 0-10,1 0-7,-2-4-11,1 4-4,-1-4-8,2 3-2,2-3-7,1 1 0,-2 2-6,2-1-4,-2 1-3,4 0 1,-3 2-8,3 0-2,-3 0 0,3 1-6,-1 0 19,0 1-20,0-1-5,-1 1 1,-3 2 3,9 0-6,-9 0 0,5 3 3,-2 1-3,-3-1-1,3 0 4,-2 2 2,-1 0 16,0-1-9,0-1 14,-3 2 4,2 0-8,-2 2-1,-2-3 1,2 1-3,-1 0 3,-1-1-7,3-1-3,-1 0-5,-2-1 5,5-2-11,-5 5-9,5-5-14,-6 2-9,6-2-39,-7 0-20,7 0-23,0 0-23,0 0-10,-4-2-120,4 2-281,0 0 125</inkml:trace>
  <inkml:trace contextRef="#ctx0" brushRef="#br0" timeOffset="40504.2714">16158 13053 79,'-3'-4'149,"3"4"-7,-5-1 6,5 1-9,-6 1-3,6-1-11,-7 5 6,3-4-1,0 1-10,-1 0-5,1 1-4,1 2-6,-1-2-4,0 5-5,-2-4-7,3 2-6,-1 1-6,1-1-1,2 3-7,-2-4-3,3 4-6,0-2-5,0 1-1,0-3-10,3 2 1,-2-1-11,-1-1 2,3-1-9,-3 0 4,3-1-7,0 2-2,-2-3-6,2 2-9,3-2-3,-2-1-19,-3 2-15,5-3-19,-6 0-26,7 3-33,-7-3-27,10-1-22,-6 1-24,0-2-16,-1-1-104,3 1-324,-3 0 144</inkml:trace>
  <inkml:trace contextRef="#ctx0" brushRef="#br0" timeOffset="40856.4973">16251 13060 92,'0'0'172,"-6"-1"-5,6 1-4,0 0-12,0 0-7,0 0-6,-7 0 0,7 0-10,0 0-4,-7 2-1,3 1-5,1-1-5,-1-1-4,3 2-4,-5-1-7,3 2-4,-1-2-8,1 2-7,0-2-7,1 3-6,0 0-7,-1-1-2,3 0-9,-1 1-7,-2 1 0,2-1-6,-1 0-2,2 1-2,0-2-7,0 1 0,2 1-2,-1 1-3,-1-4-2,3 2-2,-2-1-2,2 0-1,-3-1 1,4 2-2,-1-3-6,0 1 2,0-1-4,0 0-3,-2 0-9,3 2-6,-4-4-6,3 3-8,-3-3-8,4 1-22,1 0-13,-5-1-22,5 2-26,-5-2-26,0 0-30,10-2-15,-10 2-150,4 0-368,-4 0 163</inkml:trace>
  <inkml:trace contextRef="#ctx0" brushRef="#br0" timeOffset="41087.9908">16313 13127 84,'0'0'155,"0"0"-3,3 7-1,-3-7-2,-2 7-13,2-4-6,2 1 8,-4-1-12,4 0-3,-2 2-10,1-1-7,-1-1-11,0 1-8,0-1-8,0 2-8,2-1-6,-2-4-9,1 1-6,-1-1-25,0 0-20,2 7-29,-2-7-32,0 0-30,0 0-40,2 0-26,-2 0-124,0 0-298,0 0 132</inkml:trace>
  <inkml:trace contextRef="#ctx0" brushRef="#br0" timeOffset="41261.6969">16324 13035 55,'0'0'215,"-1"-3"-10,1 3-22,0 0-16,0 0-21,-6-1-11,6 1-10,0 0-25,0 0-17,0 0-21,0 0-21,0 0-29,-4 9-25,4-9-24,0 5-26,0-5-22,0 2-21,1 1-99,1 1-220,-1-1 97</inkml:trace>
  <inkml:trace contextRef="#ctx0" brushRef="#br0" timeOffset="42136.5086">16416 13096 157,'-3'4'180,"0"1"-6,0 1-17,2-2-7,1 4-15,-3-1-11,0 2-11,3-2-13,0 0-10,0 0-9,0-1-7,0 0-5,3 0-7,-3-2-6,0-1-8,3 2-6,-2-2-3,2-1-2,0 1-5,-3-3-4,4 7-1,-4-5-9,0-2 2,0 0-3,7 2-1,-7-2-3,0 0 0,0 0 0,0 0-4,13-3-2,-13 3 0,4-5-2,-2 2 1,-2 3-2,1-4 7,-1 0-8,3-1-1,-3 2-2,-3-2 7,3 0 1,0 0 3,-3 0 5,3 0 4,-4 1 4,3 0 0,-1 1-5,-1-2 7,-1 2 12,1-1 0,2 2-1,-2 0-6,3 2 3,-4-3-8,-2 1 0,6 2-3,0 0-4,-7 4-3,4-4-2,-1 3 3,1 0-6,-1 1 1,1 1-1,3 2 0,-4-4-4,4 2 2,-3 1 0,3-1-5,0 3 2,0-4-3,0 1-1,3 1-2,-3 1 2,2-3-8,0 0-4,1-1-1,-3-1-7,0-2-6,7 3-7,-7-3 1,4 2-6,-4-2-8,0 0-2,0 0-4,13-4-5,-9-1 2,-1 4 2,1-3 6,-1 0-7,3-2-8,-2 2 12,0-6 3,-1 3 5,1 1 4,-1-4 3,1 4 4,-1-2 3,1 2 9,-1-1-1,0 2 19,-3 1-4,3 1-1,0 0 8,-3 3 8,4-3 5,-4 3 1,1-4 6,-1 4 4,0 0 6,0 0 0,0 0 0,0 0 2,9 9-2,-8-5 6,-1 0-1,2 2-2,0 2-3,0-4 4,-1 2-1,2 1-3,0 1-1,-2-2-2,-1-3 1,0 4-4,2-4-3,-1 1-5,-1-1 1,0-3 4,4 5-9,-4-5-3,2 2-1,-2-2 2,0 0-7,0 0-6,0 0-3,8-10-8,-4 6 5,1-2-7,-3-1 4,1 1-3,0-2 3,3 0 0,-1 0-5,-2 3 2,1-1 0,-1 2 3,-3 0-2,4 0 6,-1 2 2,-3 2 3,3-3 6,-3 2 5,0 1 5,0 0 5,0 0-1,7 6 6,-4-2-2,-2 0 1,-1 0-5,3 2 8,0-2-5,-2 3 0,2 0-2,-3-2-2,0-1-3,4 4-2,-4-5-2,3 4-2,-3-3-2,0-1-6,0 2-13,0-5-22,3 4-16,-3-4-24,0 4-34,0-4-40,0 0-43,0 0-183,0 0-403,0 0 178</inkml:trace>
  <inkml:trace contextRef="#ctx0" brushRef="#br0" timeOffset="42349.157">16434 13005 42,'-1'-3'245,"2"-1"-11,-1-2-18,0 3-16,3-2-20,-3 0-16,4 0-18,-2-1-11,3 0-17,-2-1-16,1-1-18,2 2-39,-2-1-34,0 2-44,1-1-42,-1 0-43,-3 3-50,2 0-87,-3 3-276,3-6 122</inkml:trace>
  <inkml:trace contextRef="#ctx0" brushRef="#br0" timeOffset="43110.9447">16006 13167 98,'0'0'118,"0"0"-18,0 0-4,0 0-4,0 0-4,0 0-8,0 0-6,-3 8-1,0-6-6,3-2-8,0 3-3,0-3 3,-1 4-7,1-4-7,-1 6 3,1-6 0,2 3 1,-2-1-10,2-1 4,-2-1-1,5 2-8,-2 1-1,-1-1-4,-1-1-6,3 1-3,-4-2 0,3 2-5,-3-2-3,6 1-3,-5-1 3,-1 0-1,6 4 0,-6-4 0,4 1-2,-4-1-5,4 3 1,-4-3-12,0 0-13,3 1-26,-3-1-20,0 0-32,4 1-20,-4-1-104,0 0-240,7 0 107</inkml:trace>
  <inkml:trace contextRef="#ctx0" brushRef="#br0" timeOffset="43700.0025">16455 12305 211,'0'0'201,"0"0"-18,7-6-13,-7 6-14,3-3-5,-1 0-4,-2 3-11,5-6-13,-3 1-18,2 1-5,0-1-11,0 1-6,-1-2-12,1 1-7,-1 0-13,-1 1-23,3 2-28,-5 2-26,6-7-30,-5 5-48,-1 2-38,6-6-149,-5 3-314,-1 3 140</inkml:trace>
  <inkml:trace contextRef="#ctx0" brushRef="#br0" timeOffset="254261.5412">9779 10698 61,'0'0'77,"1"6"5,-1-1 5,2-1-6,-1 4-8,-1-2 0,2 2-2,-1 0-3,0 2-4,-1 1-6,2 3 1,-1-1-6,2 1 1,0 2 19,-2 2-27,-1 1-3,3 0-4,-2 5-4,2-2-3,0-2 6,-3 3-7,3-1-2,-2-1 2,2 3 0,0 2-9,1-2 2,-1 1-1,-2-1-3,1-1 0,-1 1 5,2 1-11,-3-2 1,1 1-3,-1-2-1,2 2-1,-1-1 5,-1 0-1,0-2-7,0 2 2,-3 0 1,3-1-12,-1-2 8,0 2-4,-1-2 3,1-1-4,1-4 4,0 3-1,-2-4 12,1 0-15,1-2 2,-1 1-3,-1 0 2,2-1-2,0-2 2,-1 2-2,-1-1 2,2-2 1,0-1 2,0 1-1,0 0-6,-1 0 4,1-2 1,-1-1-5,1 0 5,0-1-6,0 0 9,1 1 0,-1 0 9,0-1-5,1-2 1,-1 2-6,0-1 4,0-1-2,2 1-5,-1-1 2,-1 0 1,0-3-5,-3 6 7,3-4-4,2 0-1,-2 2 4,1-1-2,1 1-1,-1-2 2,0 1 1,-1 0-5,0-1-2,2 1 1,-2-3 0,3 4-1,-2-1 2,0-1 1,2 2-2,0-3 1,0 3-1,1-1 5,0-1-5,-1 0 3,1 1-3,-1-1-1,4 0-1,-4 0 3,1-1-1,3 1 2,-2 0-2,0 0 2,2-1-2,0 1-2,3-1 1,-3 1 3,3 0 2,-2 0 5,2-2-5,2 1 0,0-1 4,2 1-8,-2-1 8,3 0 4,1 1-6,-1-1 2,2 0 2,4-1 0,-5 0 3,8 1 0,-2-1 6,2-1-7,0 0-1,0 0 2,1 0 0,-1 0-2,2-2-3,-1 1 0,-1-1 4,1 1-2,-1 0 1,2 3 2,-1-4 1,0 4 0,1-1-3,-4 1-1,2 0 0,4-1-5,-8 1 4,5 2-5,-5-3 3,3 2-4,-2 0-1,1-1-1,-2 0 7,-6 0-1,9 1-5,-9 0 0,-2 0-2,2-1 5,1 0-2,-6 1 1,1-1-4,0 2 2,1-1-4,-5-1 1,1 0 2,-3 2-1,2-2 1,-2 0 0,3 1-3,-4-1-2,1 1-2,-4-1-7,7 1 0,-7-1-6,7-1-1,-7 1-1,0 0-5,7 0-10,-7 0-9,5 0-13,-5 0-17,4-1-9,-4 1-15,4-1-12,-4 1-10,3-2-18,-3 2-80,0 0-236,0-4 105</inkml:trace>
  <inkml:trace contextRef="#ctx0" brushRef="#br0" timeOffset="255464.5201">9741 10738 48,'0'0'77,"0"0"-5,-3-2-2,3 2 14,0 0-19,0-4-18,0 4-3,0-3-8,0 3 0,0-5-10,4 2 3,-4 1-2,3-1-1,-3 0-1,6 0-1,-1 1 4,0-1-3,0 1-1,1 1-2,2-1-2,2 1 7,-1-1-3,-1 0-1,3 2 7,3-3-2,1 2-2,0 1-3,1 0 18,6 0-9,-1-1 0,0 1 2,2 0-4,-1-1 3,2 0-3,0 1 0,3 0-3,0-1-1,-2-1 2,3 0-6,-2 2-2,0 0-4,1 0 1,0 0-1,-2-2-4,2 2 3,-3-1-6,1 1 3,-1 0-4,0-1 3,0 0-2,-1 0-1,-1 0 0,-1 1-2,1 0-2,-3 0 6,-2-1-4,0 0-6,-3 1 0,0 0 3,0 0-1,-4 0 4,0 1-1,1-1-4,-2 1-2,-4-1-1,5 0 3,-4 1-2,-2-1 2,-4 0 0,11 2-4,-11-2 4,6 2 0,-2 0 3,-4-2 2,3 4-4,-3-4 1,4 4-2,-4-4-1,0 6-2,3-1 2,-3-2 4,0 2-4,-3 1 1,3-1 1,0 3-4,-3 0 4,2 1-1,1 0-7,-3 2 8,0 2-2,1-1 3,-1 1-6,1 1-2,2 0 4,-4 5-1,1 2 5,3 0-6,-2 0 3,0 3 1,2-1 1,2 1 4,0 0-9,-4-1 4,0 1-3,4 0-1,0 1 4,-2 0 0,0 0 1,0 1-1,0-2 6,0 0-7,0 0 0,0 0-3,-2-1 0,2-1-1,2 2 1,-4-1-1,2-3 5,2 3-2,-4-3-1,4-1 4,-2 0-1,0 4-2,0-5 4,0 1-5,0-4 0,-4-1 4,4 1-1,0-1-3,0-1 1,0 1 3,0 0 3,0-2-1,-1 1 1,2 0-6,-2 0 3,1-5-4,1 1 2,-1 0 1,4 1-5,-6-5 5,2 3 3,2-2-10,-2-2 6,0 2 1,0-2-1,0 1 13,2 0-14,-1-2-3,-1 1 8,2 0-4,0 0-8,-2 0 8,0-1-1,2 0-1,-1 0-5,1 0-4,-2-3-6,1 4-3,-1-1 1,1-1-8,-1 1 1,3-2-12,-1 3-1,-2-4-1,1 5-4,-1-3 2,4 0-12,-4-1 0,0-1-3,0 4 2,0-4-6,0 3-9,0-3-16,0 0-57,-4 3-154,4-3 68</inkml:trace>
  <inkml:trace contextRef="#ctx0" brushRef="#br0" timeOffset="256404.1071">9328 10989 36,'0'0'99,"0"0"-13,0 0 8,0 0-12,0 0-11,0 0-3,0 0-8,0 0 6,0 0 1,0 0 6,0 0-3,16 4-8,-11-4-2,4 2-4,-1-2 0,2 0 1,4-2-1,3 2-1,-3 2-9,3-2 4,4-2-1,-5 2-10,5-1 3,1 0-5,-2 1-1,1 0 0,-4-2-4,4 2-6,-5-2-1,-1 0 2,2 2-2,-3 0-3,0 0-3,0 0 1,-1 0-6,-2 0 2,-1 0-2,-3 0-4,3 0 5,-3 0-9,0 0 3,-1 0-1,-2 0-1,3 0-2,-3 0-1,-4 0 2,7 0-2,-7 0 2,6 0-1,-6 0-1,4 2 0,-4-2 2,0 0-8,0 0-3,0 0-3,6 0-5,-6 0-11,0 0-6,0 0-12,3 2-2,-3-2-7,0 0-6,0 0-2,5-2-14,-5 2-13,0 0-2,7-2-14,-7 2-11,6 0-80,-6 0-207,4 0 92</inkml:trace>
  <inkml:trace contextRef="#ctx0" brushRef="#br0" timeOffset="257147.2819">9383 11193 11,'0'0'107,"0"0"-2,0 0-3,0 0 0,0 0-5,0 0-8,0 0-1,0 0 1,0 0-9,0 0-4,0 0-2,0 0-2,0 0 0,0 0-3,0 0-4,0 0-6,0 0 1,0 0-4,0 0-8,0 0-2,0 0-6,0 0 3,0 0-1,0 0-3,17 1 9,-13-1-7,3 0 1,3-1-7,3-1 3,-3 2-4,4-2-2,0 2-3,1 0 0,-1-2-5,1 1 3,0 0 2,-1 0-6,3 0-4,-3 1 0,4 0-2,-1-2 0,-1 2-3,-1 0 0,1 0-3,-2-2 5,1 2-5,-3 0-5,0 0 3,-2 0-3,0 0 1,0 0-1,-2 0-2,-1 0 3,2-1-4,-5 2 1,3-1-1,-3 0-2,2 0 4,0 0-1,-6 0-2,8 0 1,-8 0-5,4 0 4,-4 0 1,7 0-4,-7 0-2,3 0-2,-3 0-7,0 0-5,0 0 0,7 0-1,-7 0-10,0 0-12,6 0-5,-6 0-8,0 0-18,0 0-9,0 0-20,0 0-10,0 0-18,0 0-8,0 0-116,0 0-272,4 2 120</inkml:trace>
  <inkml:trace contextRef="#ctx0" brushRef="#br0" timeOffset="257850.3097">9376 11402 123,'0'0'116,"0"0"-3,0 0-10,0 0-10,0 0-2,0 0 0,0 0-6,0 0 0,0 0-13,14 0 6,-14 0-2,10 1-6,-3-1-3,0-1-7,6 1 2,1 0-7,1 0 2,2 1-3,-1-2-4,-1 1-6,5 0-3,1-3-4,-7 3-6,3 0-2,0 0-7,4-1 4,0 1-7,-5-1 2,-1 2-4,2 0 2,-3-1-2,3 3-4,-3-3 1,0 1 0,-4-1-6,0 1 0,-3-3-4,4 3 4,-4-2-1,-1 0 1,0 1 0,-1 1-6,-1-1 1,-4 0 3,8-1-1,-8 1-1,7 0 1,-7 0-7,5 0-3,-5 0-6,4 2-8,-4-2-9,0 0-9,5 0-11,-5 0-10,1 1-7,-1-1-4,0 0-20,0 0-12,0 0-11,0 0-9,0 0-92,-7 5-231,4-4 102</inkml:trace>
  <inkml:trace contextRef="#ctx0" brushRef="#br0" timeOffset="258504.3516">9324 11649 121,'0'0'119,"0"0"-8,0 0-9,0 0-6,0 0-11,0 0 0,0 0 4,0 0-8,0 0-5,0 0 0,18 0 2,-9 0-10,-1 0-2,2-2-7,4 2-6,3-1 2,-3 0-4,3 1-4,0-1-3,4-1 0,0 3-9,0-3-4,-1 0 0,1 2-3,-4-2-2,4 2 0,-5 0-6,-1-2 0,1 1-4,-1 1 2,1 0-5,-2-1 2,1 2 0,-5-2-4,-1 1 3,0 1-1,-2-2-6,3 0-1,-7 1 2,4 0-2,-3 0-3,-4 0 5,6 0 1,-6 0-4,7 0-2,-7 0 0,0 0 0,6 0-1,-6 0 1,0 0 0,4 0-11,-4 0-9,0 0-9,0 0-7,0 0-12,0 0-17,0 0-15,6 0-18,-6 0-9,0 0-13,0 0-11,5 1-89,-5-1-233,3 1 104</inkml:trace>
  <inkml:trace contextRef="#ctx0" brushRef="#br0" timeOffset="259269.4194">10116 11862 134,'0'0'122,"0"0"-11,0 0-6,0 0 2,0 0-5,2 12-9,-2-7-6,0 1 5,3-1-8,-3 0-7,0 2 5,0 2-6,2-1-5,-1 0 16,-2-1-28,2 1-3,0 1-2,-1-2-9,3 0-2,-4 2 1,1 0-5,1-3 0,-1 4-4,0-2-1,0-2-2,0 2 3,2-1-5,-1 0-3,-1 2 3,1-3-1,1-1-4,-1 3 0,-1-1-4,0-4-1,0 2-1,0-1-5,2-2 3,-1 1-2,0-1-2,-1-2-4,-1 6-4,1-6 3,0 2 2,0-2-3,0 4-1,0-4-6,0 0-3,0 0-18,1 1-6,-1-1-7,-1 5-13,1-5-11,0 0-12,0 0-10,0 0-14,0 0-14,0 0-12,0 0-9,0 0-16,0 0-79,0 0-242,0 0 108</inkml:trace>
  <inkml:trace contextRef="#ctx0" brushRef="#br0" timeOffset="259819.789">10320 11820 151,'0'0'143,"0"0"-11,0 0-3,0 0-13,0 0-10,0 0-2,0 0-8,0 0-4,0 0-5,1 10 1,-1-5-1,-1 1-2,2 2-5,-1 1-2,2 1-9,-2-2-1,-2 2-3,4 1-5,-1 2 1,-1-4-4,0 2 2,0 2-9,0-1-3,1 0-1,1 1-4,-4-3-4,4-1 2,-2 0-7,0 0-1,0 0-7,1-3 0,-1 1-3,0 3-3,2-3-2,-2 1 3,1 0 0,-1 0-9,0-4 4,0 2-5,1-1 1,-1-3-1,0 2 0,2 0-4,-1 0 0,-1-2-1,0-2 3,0 5-7,0-1-9,0-4-7,0 3-6,0-3-18,0 3-4,0-3-12,0 0-15,0 0-9,0 4-16,0-4-18,0 0-22,0 0-17,0 0-20,0 0-93,0 0-285,0 0 126</inkml:trace>
  <inkml:trace contextRef="#ctx0" brushRef="#br0" timeOffset="263635.9998">9883 10876 39,'0'0'45,"0"0"-5,0 0 4,0 0-1,0 0-4,-3-2-2,3 2 1,0 0-5,0 0-3,0 0-2,0 0 3,0 0-6,-4 7 2,1-5-1,3 0-1,0-2-1,-4 4 0,3-2 9,-1 0-14,2-2 7,-3 4-1,2 0-3,1-4-1,-1 4 1,-1-2 1,2-2-4,-1 7-2,1-5-1,0-2 4,0 4-3,0 0 2,0-4-6,-2 4 1,2 0-5,0 0 3,0-2-3,0-2-1,2 5-2,-1-3-4,-1-2 9,0 4-4,3-3 1,-3 2-1,0-3-1,4 3-5,-4-1 5,2 0-8,-2-2 1,1 2 5,-1-2 0,4 4 2,-4-4-1,0 1-10,0-1 12,2 4 3,-2-4-7,0 0-3,0 0-2,3 0 6,-3 0-5,0 0-2,0 0 5,0 0 0,9-1-1,-9 1 2,0 0-9,3-2 3,-3 2 6,0 0-2,0 0-3,0 0 3,0 0 1,4-1 0,-4 1 2,0 0-3,3-1-1,-3 1 2,3-4 3,-3 4-7,0-2 2,3-1 2,-3 3-7,1-3 8,-1 3-1,3-2-1,-3-1 2,0 3-5,3-4 7,-2 3-8,-1 1 0,2-5-1,-1 3 0,-1 2-5,0-3 3,0-1-2,3 2 9,-2 0-2,-1 2 3,0-6-10,2 4 3,-2 2 5,0-2-5,0 2 3,0-5 4,0 1-2,0 4-5,0-5 4,1 4 0,-1 1 1,-1-7 3,1 7-6,-2-3-5,1-1 3,1 4 1,-3-4 9,3 3-5,0 1 0,-3-5-3,3 3 4,0 2 7,-4-3-10,1 2 10,3 1-7,-4-2-4,4 2 1,-3-1 5,3 1-6,-4-2 5,4 2 0,0 0-1,0 0-4,-8 2 9,8-2-10,0 0 0,0 0-5,-5 2-17,3 0 1,2-2-4,-5 2-1,2 1-7,2 0-6,1 0-6,-1 0-3,-1 0-12,2 0-43,0-3-117,0 5 52</inkml:trace>
  <inkml:trace contextRef="#ctx0" brushRef="#br0" timeOffset="264667.7951">9962 10871 9,'-3'2'69,"2"1"-1,-1-2-3,2-1-1,-2 6-5,0-5-2,1 2 5,1-3-11,-2 5-2,2-2-8,-1-1 0,1-2-1,-1 5-7,-1-2-1,4 1 2,-2-1 3,0 0-7,0-1-3,0-2-4,0 6 3,0-3-7,1-1-3,0 0 3,2 2-8,-3-4 0,0 3-2,2-1 5,-1 1-7,-1-3-1,1 4 2,1-2 1,-2-2-7,3 1 6,-3-1-5,1 3 4,-1-3-1,3 2-2,-3-2 1,1 3-1,1-1 0,-2-2-2,1 2 4,-1-2 2,0 0-13,0 0 7,4 1 1,-4-1-6,0 0 4,0 0-1,5 0 4,-5 0 3,0 0-4,0 0 0,0 0-2,0 0 1,5 0 4,-5 0-4,0 0-2,0 0 0,6-2 2,-6 2 4,0 0-2,3-3-5,-2 2-1,-1 1 7,3-2-3,-3 2-6,3-4 2,-2 2-2,-1 2 13,0 0-7,1-4 2,1 2-4,-2 2 2,1-5 4,1 4-4,-2 1-2,1-6 0,-1 4 2,0 2 0,3-4 1,-3 0-2,1 1-1,-1 3-2,0-1 5,2-3 2,-2 4-2,-2-3 9,2 3 9,-1-4-11,1 4 1,-1-4 1,1 0 1,-2 1-5,2 3-6,-1-5 9,1 2-3,-2 0 4,1 1 2,1 2 3,-3-5-1,0 3-2,3 0 5,0 2-8,-4-3-3,4 3 7,-4-3-7,4 3 0,-4-3-4,1 2 6,3 1-1,-4 0-5,4 0 1,0 0-14,-8 0-2,8 0-11,0 0-11,0 0-14,-5 0-3,5 0-19,-3 4-5,2-2-12,-1 1-6,1-2-70,-1 3-175,2 1 78</inkml:trace>
  <inkml:trace contextRef="#ctx0" brushRef="#br0" timeOffset="266684.5192">9907 11108 38,'0'0'56,"0"0"-7,-3-2 1,3 2 1,0 0-10,0 0 2,0 0 3,0 0 0,-7 4-4,7-4-3,-4 4 1,4-4-1,0 4 2,-3-2-1,3-2-3,-3 5-2,3-2-1,-4 1-3,4-1-6,0-1 1,-3 2-1,3 0 0,0-1-7,0-3-4,0 6 1,0-5 1,-2 2-2,2-3-8,0 4 3,0-4-1,2 4 3,-2-4 10,0 3-22,0-3 7,3 4 2,-3-2-1,0-2-4,2 3-2,-2-3 2,2 3 3,1-3-3,-3 0 1,0 0-4,7 0 4,-7 0 6,0 0-6,0 0-7,7 0 6,-7 0 0,3-2-2,1 0-4,-4 2 4,3-5-3,0 2 2,-3 3 3,3-2 0,-2 0-5,-1 2 0,3-3 3,-2 0-1,-1 3-3,2-4 6,-2 4 1,1-2-1,-1 2-2,0-5 2,0 2-8,0 3 4,0-4 0,0 0 0,0 2 2,0 2-1,0-6-1,0 6 8,-1-3-2,1 3 1,-2-4-1,2 4-5,-1-3 1,-2 1 6,3-1 2,0 3-5,-1-5 2,-1 4 13,2 1 1,-4-4-2,4 3 7,0 1 2,-3-3-2,3 3-2,0 0-2,-7-3 1,7 3-4,0 0-4,-4 0 1,4 0 0,0 0-1,0 0-3,-7 2-9,7 2 2,0-4-1,-6 2-5,2 1-10,4 0-2,-3 0-3,3 0-7,-2-1-11,0 1 1,2-3-13,-1 5-7,-1-3-4,2 1-5,0-3-8,0 4-11,-3-1-73,3-3-168,3 2 75</inkml:trace>
  <inkml:trace contextRef="#ctx0" brushRef="#br0" timeOffset="267404.825">9965 11127 35,'0'0'64,"1"-5"-3,-1 3-8,2-1-3,-1 0-3,-1 0-6,1 0 3,2 1-12,-3-1 3,2-1-5,-1 2-2,1-1-3,0 0 0,-2-1-4,2 2-2,-1 0-4,-1-1 0,0 3 0,4-3-10,-4 1 7,0 2-1,3-2 4,-3 2-5,0 0 0,0 0 2,0 0 1,2-3 6,-2 3-9,0 0 9,0 0-8,0 0 7,0 0 3,0 0 1,-2 10 0,2-6-1,0 1 2,0-1 2,0 0-8,-1 0 4,-1 0-6,2 0-1,0 3 2,0-3 0,0 2-1,0-2 1,0 1-5,0 1-2,0-2-1,2 1 3,-2-1-2,0 0-2,1 0 0,-1 1-5,0-3-8,2 2 15,-4 1-4,2-2-6,0-3 0,0 4 4,0-4 1,2 2 3,-2-2-9,0 4 7,0-4-2,0 0 8,1 2-5,-1-2-6,0 0 5,0 3-4,0-3 7,0 0-8,0 0 8,0 0 1,0 0 4,0 0-8,-6 0 8,6 0 1,0 0 9,0 0 4,0 0 1,0 0-2,-5 0 5,5 0 10,0 0-10,0 0 4,0 0-3,0 0 1,0 0-5,0 0 1,0 0-1,0 0-2,0 0-3,-6 0 0,6 0-6,0 0-1,0 0-4,0 0-3,0 0 1,0 0-2,0 0-1,0 0 1,0 0-1,0 0-1,0 0-2,0 0 0,0 0 3,0 0-4,0 0 9,11-3-14,-11 3-6,0 0-8,0 0-17,7 1-11,-7-1-20,3-2-11,-3 2-17,0 0-9,0 0-13,4-1-13,-4 1-71,0 0-214,0 0 95</inkml:trace>
  <inkml:trace contextRef="#ctx0" brushRef="#br0" timeOffset="273459.826">9893 11396 11,'0'0'40,"0"0"-5,0 0-2,0 0-4,0 0-1,0 0-1,0 0-2,0 0-3,4-6 1,-4 5-7,3-1 3,0-1 1,-3 3-7,4-4 0,-4 3 0,3-2 2,-2 0-3,2 0-4,-3 0 1,3-1 1,-2 1-1,1 0-2,-1 0 0,-1 0-3,0-1 2,0 4 0,3-3 3,-3 1 0,0 2 2,1-5 6,-1 5-5,2-2 4,-2 2-4,0 0-1,0-3 5,0 3-8,0 0 5,0-3-2,0 3 5,0 0-5,0 0 1,0 0-3,0 0 2,0 0 1,-6 12 3,6-9-5,0 2 2,0-1 4,-1 0-4,1 2 6,0 0-10,0-1-4,0 1 7,-2 0-2,2 0-4,0-1 0,0 4 3,0-5-1,0 0-5,2 2 3,-2-1-6,0-1 6,1-1-2,-1 1 0,0-1-5,0-1 6,3 2-3,-3-2-1,0-2 1,0 0-1,-3 4 6,3-4 0,0 0-2,0 4-4,0-4 5,0 0-4,0 0 4,0 0-4,0 0 4,0 0-4,-3 0 5,3 0-8,0 0 2,0 0 3,-5-5 4,5 5 8,-6-3 0,6 3 7,0 0-2,-3-2 0,3 2 8,0-3-3,0 3-2,0 0 6,0 0-8,0 0 4,0 0-3,0 0-1,0 0-10,-4-1 0,4 1 8,0 0-7,0 0-3,0 0-6,0 0 11,0 0 5,0 0-15,0 0 0,0 0 0,0 0-5,0 0 4,0 0 8,0 0-8,0 0 0,0 0-10,0 0 2,0 0-16,0 0-5,0 0-14,11-2-4,-11 2-6,3-2-16,-3 2-7,0-2-12,0 2-63,6-2-159,-6 2 71</inkml:trace>
  <inkml:trace contextRef="#ctx0" brushRef="#br0" timeOffset="274030.5719">9959 11383 66,'0'3'87,"0"-3"-3,0 4-15,-1 1-4,1-3-2,1 2-3,-1-1-6,0 1-9,0-2 6,2 2-10,-1-1-7,-1-1 0,3 0-4,-2 1-6,-1-3-1,2 4-1,-2-4-10,2 3 10,0-2-4,-2-1-6,1 3 4,-1-3-8,6 1 8,-6-1-7,4 0-2,-4 0 3,4 1-4,-4-1 3,0 0 1,6-2-2,-6 2-4,3-5 4,-2 3-2,1 0 5,-1-2-5,2 3-3,-2-3 5,2 1-5,-1-1 2,-1 3 4,-1-2-2,1 0 6,1-2-6,-1 3 12,-1-1 0,0 0 3,2 0 4,-2-1 0,2 1 0,-2 3 2,-2-5-6,2 2 8,0 0-5,0 3 2,-2-5 3,1 2 0,-1 1-5,2 2-1,-4-4-7,4 4 0,-3-2 2,3 2 1,-3-2 2,3 2-5,0 0-3,-4-4 0,4 4 1,0 0-2,-5 2-2,5-2-2,0 0-2,0 0-3,-7 2-2,4 0-1,1-1-7,2-1-11,-4 5 5,1-2-9,2 0-12,-2 1-2,3-1-18,-3 1 0,3 0 2,-1-1-17,-1 1-4,1 2-8,1-2-7,0 2-13,0-2-67,0 1-180,0 0 80</inkml:trace>
  <inkml:trace contextRef="#ctx0" brushRef="#br0" timeOffset="274917.715">9859 11621 61,'0'0'72,"0"0"-11,0 0-3,0 0-4,0 0-6,7-2-4,-5 1 8,0-5-7,1 5-4,0-2-2,1 0-8,-1 2-1,-1-3 1,0 0-4,1 2-6,0-2-3,1 0 0,-1 0-4,-3 0 3,4 2 2,-4-2-9,3 2 8,-3 0-1,0 2 3,4-3 3,-4 3 2,0 0-1,0 0 11,2-2-8,-2 2-1,0 0 3,0 0 1,0 0-9,0 0 7,0 0-2,0 0-7,-3 11 1,3-7-5,-3 0 11,3 1-10,0 1-3,0 1 1,0-2-2,0 2-2,0 1-3,3-3 1,-3 3 1,1 0-3,-1-3 4,2 1-3,-1-1-2,2 0 4,1 1-4,-4-2 3,3 0 1,-3 0-6,0-1-2,1-2 8,-1 2-11,3-1 5,-3-2-2,2 3 3,-2-3-1,0 0-3,-3 4-1,3-4 4,-3 1 2,3-1 0,0 0 7,-6 0 4,6 0-2,0 0 17,0 0-3,0 0 0,-8-2 1,8 2 1,-6-1-4,6 1 1,-1-2 2,1 2 1,0 0-4,-3-2 2,3 2-3,0 0-6,0 0-1,0 0 2,0 0-3,-6-2 0,6 2-6,0 0 4,0 0-7,0 0 3,0 0-8,0 0 2,0 0 0,0 0-2,0 0-6,0 0-5,0 0-12,0 0-6,0 0-12,0 0-15,0 0-18,0 0-11,0 0-16,0 0-11,0 0-12,13-4-100,-13 4-240,4 0 107</inkml:trace>
  <inkml:trace contextRef="#ctx0" brushRef="#br0" timeOffset="275527.9595">9959 11642 51,'0'0'90,"0"0"-14,0 0 4,0 0-12,0 0-5,6-7-8,-3 5-1,-2 0-6,0-2-8,2 0-7,-3 1 4,5 1-4,-4-3-3,0 1-8,1 0-2,-1 0 7,-1-1-8,3 1-1,0-3-7,-5 3 6,2 1 3,0 3-8,2-6 6,-2 6 6,-2-4 5,2 4 2,0 0 0,0 0-2,2-2 4,-2 2 2,0 0-3,0 0 2,0 0 1,1-3 1,-1 3-1,0 0-8,0 0 7,0 0-11,0 0 5,-3 11 1,3-6-7,0-2-5,0 2-1,0 1-4,0 0-1,0 1 3,0-1-5,0 2 5,2-2 0,-2 2-2,1-1 1,2-1-2,-3 3-8,0-2 2,1 0 2,-1-1-2,2 0 1,-1-1-6,-1 0 1,0-3 3,2 2 2,-2-1-7,1 0-1,-1-3 2,0 4 4,0-4-3,1 3 1,-1-3 3,0 0 5,0 0 1,2 2-7,-2-2 5,0 0 0,0 0 6,0 0 2,0 0 6,0 0 9,0 0-5,0 0 3,0 0-3,0 0 2,-10-1-1,10 1 0,0 0-1,0 0-2,0 0-7,0 0-2,0 0-1,0 0-1,0 0-3,0 0-2,0 0 0,0 0 1,0 0-4,0 0-1,0 0-10,0 0-6,0 0-5,0 0-14,0 0-7,0 0-8,0 0-6,0 0-5,0 0-8,0 0-19,0 0-19,0 0-14,0 0-14,11-6-103,-11 6-253,2-2 113</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traceFormat>
        <inkml:channelProperties>
          <inkml:channelProperty channel="X" name="resolution" value="1290.03943" units="1/cm"/>
          <inkml:channelProperty channel="Y" name="resolution" value="2064.71338" units="1/cm"/>
          <inkml:channelProperty channel="F" name="resolution" value="0" units="1/dev"/>
        </inkml:channelProperties>
      </inkml:inkSource>
      <inkml:timestamp xml:id="ts0" timeString="2025-06-09T20:53:29.86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17365D"/>
    </inkml:brush>
  </inkml:definitions>
  <inkml:trace contextRef="#ctx0" brushRef="#br0">20165 4429 33,'0'0'96,"0"0"-5,2-2 4,-2 2-5,0 0 2,0 0 0,0 0-14,0 0 2,0 0-5,0 0 1,0 0-8,0 0 2,0 0-8,0 0-1,0 0-7,0 0-1,0 0 2,0 0-6,-10 5 2,7-3-3,0 0 0,-1 2 0,1 0-2,-1-1 2,1 0 0,0 2 0,1-2-7,0 1-7,-3 1 0,2-1-3,1 0 1,-2 2-2,3-2 1,-1 0-9,1 2 3,-1-1-2,1 1-5,1-1-2,1-1-4,-1 0 5,2 2-2,-1 0 0,-1-1-2,2-1-5,1 3 0,-1 0-2,1-3 0,1-1 3,-4 1 0,3 0 2,0 0-3,1-2 1,-1 2 2,1-2-2,-1 0 1,1 0-3,-1-1 2,1 1-3,-1 0-1,1-1 3,-4-1-3,6 1 2,-2 0 4,-4-1-7,7 0 1,-7 0 1,9 0-2,-6 1 1,-3-1 1,8-2-3,-5 0 0,-3 2 5,5-3 1,-2 1-7,0 0 6,-3 2-4,6-6-1,-2 2 1,-1 1 2,1-1-2,-3 1-3,2-1 5,0 1 7,0-3-9,0 2 0,-2 1-1,-1-3 5,3 2-5,0-2-3,-2 1 4,-1 1 0,0 0 1,2-1-1,-2-1-2,0 2 3,-2-1-2,2 0-2,0-1 4,0 2-2,0-2 1,0 2-2,0 0 5,-1-2-4,-1 3-1,2-3 3,-4 2-2,4-1-1,-3 1-4,0 1 8,2 0 4,-2-1 2,0 2 2,2-2-3,-2 1-2,0 1 5,1-1-5,-1 3-2,0-4-1,3 4 0,-6-1-2,6 1 1,-7-1-3,7 1-1,-7 2 4,3-1-1,0 2-3,-2-1 0,2 0-1,0-2 2,-2 3-1,3 1-1,0-2-5,-4 0 0,6 1-10,-2 0-6,0 0-7,-1 2-13,1-1-18,0 1-10,2 0-21,0 0-16,1 2-7,0 0-27,1 1-18,-1-2-21,4 3-91,-4-1-291,5 2 129</inkml:trace>
  <inkml:trace contextRef="#ctx0" brushRef="#br0" timeOffset="1421.6772">20123 6213 25,'0'0'129,"-3"1"-10,3-1-4,0 0 2,0 0-9,0 0 5,0 0-3,0 0 5,0 0-3,0 0 1,0 0-7,0 0-3,0 0-1,0 0-2,0 0-15,0 0-3,0 0-8,0 0-3,3-9-10,1 6-6,-4-1-10,3-1 0,0 0-5,1-1-3,0 0-8,2-1 2,-2 1-4,-1 0-3,1 0-3,-1-2-1,1 4-3,-1-3-2,0 4 2,1-2-1,-2 1 6,-1 2 1,2-2-4,-2 2 7,-1 2 1,2-4 2,-2 4-3,1-2 4,-1 2-5,0 0-1,0 0 4,0 0 8,0 0 0,0 12 1,0-8 0,-1 4 1,1-3 1,-2 2-1,1 0-4,-2 3 4,3-2-5,0 1 2,0 0-6,0 0 2,0 0-7,0 0 0,0 1-2,-1 1-8,1-3 3,1 0-2,-1 4 1,0-3-2,0 0-2,4-2-1,-4 2 0,2 0 0,-1-3-4,-1-1-3,2-1 0,-1 1 1,0 0-2,-1-1-1,0-2 2,0 0 4,3 2-4,-3-1 2,0-3-6,0 0 5,-1 3-3,1-3 1,1 3 2,-1-3-2,0 0 4,0 0-5,0 0-2,0 0 5,-3 3-1,3-3-5,-4 3 1,1-2 0,-1 1 3,4-2-1,-4 1-7,1 0 3,3-1 4,-6 0-2,6 0 4,-7 1-2,7-1-1,-4 1 2,4-1 1,-3 2-3,3-2 6,0 0-3,-7 0 12,7 0-5,0 0 1,0 0 3,0 0 2,0 0 0,0 0 4,-4 1-2,4-1 0,0 0 0,0 0-2,0 0-2,0 0 3,0 0 0,0 0-4,0 0-1,0 0-1,0 0-2,0 0 1,0 0 13,0 0-18,0 0 17,14-2-13,-14 2 1,7 0-9,-3 2 2,-4-2 2,10 0-2,-10 0-3,7-1 5,-7 1 0,7 0-4,-7 0 2,5 1-2,-3 0-3,-2-1-3,0 0-8,6 1-7,-6-1-10,0 0-10,0 0-17,3 2-18,-3-2-13,0 0-29,0 0-33,0 0-26,0 0-27,0 0-21,0 0-27,7-3-152,-7 3-434,3-3 192</inkml:trace>
  <inkml:trace contextRef="#ctx0" brushRef="#br0" timeOffset="123543.4871">394 7494 50,'0'0'65,"0"0"-3,0 0 1,0 0-9,0 0-2,0 0-7,0 0-3,0 0 0,0 0 0,0 0-4,0 0 3,0 0-1,0 0 5,0 0-9,8 27 3,-8-27-2,3 25-5,-1-6-1,0 0 3,0 2-6,-1 4 0,2-2 3,-3 2 6,1 1-6,2 9-5,0-2-1,-3-5-4,1 9 2,2 1-2,0-2-2,-1 2 9,-2-1 0,-2-2 0,2 1-6,-1-9-2,-1 9 5,2 0-2,0-9-6,-3 8 7,2-7 1,1 8 3,-1-2 2,-1-6-8,-1 5 1,2 2-3,0-7-2,-2-2 4,3 9-2,0-8-1,-3 10 6,0 2-3,0-1 0,3-3-2,-1 1-4,1 0 0,-4 0-1,2-9-4,-1 8-1,-1-1 2,1 3-1,-1 0-6,1-3 5,2-7 0,-2 0 0,0 7-3,5 3-1,-4-13 1,1 11-3,0-10 0,-1 1-1,2 0 4,0 1-7,-1 8 6,-1-7-1,2-2-2,-3 8 0,3-7-4,0 7-15,-1-10 5,1 2-4,-1-2 6,1 1-4,-2 1 2,1-1 3,1 2 0,1 0-2,-2-3 2,-1 0-5,1-1 11,1 4-2,-1-2 1,2 1 1,-2 1 0,2-1 3,-2 0-4,2 1-6,-1-2 3,1 3 6,1 6-2,-4-9 0,4 0-1,-1 2 8,-1-3-6,-1 0-6,2 1 4,-1-3 3,0 1 0,0 1-3,-1-1-3,1 1 6,1-3-4,-4 4 4,3-5-4,2 3 6,-2 0 0,-2-3-1,1 1-2,1 2 0,1-2 0,-1-1 8,0 1-11,2-1 4,-2-1-3,-2 2-4,2-1 2,0 1 3,3 0 0,-3-3 6,0 3 6,0-2-10,0-5 2,3 5-8,-3 0 5,0-5-1,0 1-5,0 4-3,0-5 8,1 7-4,1-2 1,-1-5 3,2 7-4,-3-1 2,4-2-1,-2 2 4,-1-5-3,1-2-4,-1 4 7,0-3-4,-1 3 4,0-2 2,3-1-4,-3-2-1,0-12 2,2 23 2,0-10-3,-2-1-8,0-12 11,3 22-4,-3-10 4,2 2-2,-2-3-3,0-11 2,-2 25 1,4-12-6,-4-3 3,2-10-5,2 22 10,-2-11-8,1 0 10,-1-11-11,0 24 11,0-14 2,0-10-9,3 18 4,-3-9 5,0-9-5,0 18 0,1-6-3,1 0-3,-2-12 6,0 16-6,0-16-4,1 17 7,-1-17-1,-1 17 8,1-7 3,0-10-6,1 16-3,-1-16 5,-3 18-13,2-10 7,1-8 0,0 20 2,0-10 3,0-10-2,-3 18 3,3-18 3,-1 17-1,-1-8-9,2-9 6,-3 16 0,2-5 1,1-11-4,-4 18-3,2-6 5,2-12-6,-4 18 8,4-8 2,0-10-4,-3 16-2,2-6 11,1-10-8,-3 15-7,3-15 1,-1 16 5,1-16-6,-2 17 6,1-8 0,1-9-6,-3 16 7,3-16-3,-3 18 2,3-18 4,-1 14-7,1-14-1,-2 17 6,2-17-2,-1 15-1,1-15-3,0 12 11,0-12-7,0 14-7,0-14 11,0 14-6,0-14 0,1 13 1,-1-13 4,0 14-3,0-14-3,0 18 9,0-18-9,2 18 5,-1-9-3,-1-9-3,0 22 4,0-13-2,0-9 6,0 19-7,2-10 1,-2-9 8,1 16-1,-1-16-4,0 16-4,0-16 5,-1 13-11,1-13 2,1 16 9,-1-16-2,0 14-4,0-14 6,0 12-2,0-12-5,1 16 2,-1-16 6,0 15-13,0-15 10,2 11 1,-2-11 4,0 0-3,1 15 3,-1-15-7,0 0-8,0 15 10,0-15 6,2 9-2,-2-9-3,0 0 0,0 16 1,0-16 2,0 0-4,1 11-2,-1-11 6,0 0-8,0 13-4,0-13 6,0 0 4,0 12 3,0-12-4,0 0 2,0 13-9,0-13-15,0 0-1,0 0-17,0 0-21,2 13-16,-2-13-18,0 0-9,0 0-75,0 0-191,0 0 85</inkml:trace>
  <inkml:trace contextRef="#ctx0" brushRef="#br0" timeOffset="124692.8501">707 7650 59,'0'0'78,"0"0"-3,0 0 3,0 0 3,0 0 1,0 0 5,0 0-15,0 0-12,-7-1 3,7 1-8,-8-1-2,8 1-11,-9 1 3,3 0-1,-1-1-7,1 2 3,-4 1 0,2-3-2,-2 4-3,3-2-5,0 2-5,-3-2 3,3 0 1,7-2-6,0 0 3,-24 15-3,17-9-6,7-6-6,-11 10 3,11-10-2,-10 10 0,10-10-2,-6 7-1,6-7-1,0 0-4,-4 13-1,4-13 8,0 0-4,3 10-3,0-6 2,1-1-1,0 1-3,1-1-4,0 0 4,1-1 1,2 2 1,-1 0-5,0 0 6,3-1-3,-3 1-2,3-1 2,-3 0-3,0-1 6,2 1-4,-2 0 1,-2 1 2,0-2 0,-3 1-9,3-1 0,-3 2 8,1-3 0,-1 2-5,-1 1 10,-1 0 0,-1-1 5,-1 2 4,1-3 5,-2 2 2,-1 1 7,-2-2-4,-1 0 1,0 2 2,1-3-3,-1 1-1,-1 0-1,-2 1-3,4-3-3,-1 1 0,3-1 1,-2 0-3,2-1 1,0 1-8,4-1-3,-6 0-1,6 0-11,-5 3-13,3-3-19,2 0-18,0 0-27,0 0-10,0 0-5,0 0-6,0 0-4,0 0-10,0 0 0,0 0-67,7-6-199,-4 4 88</inkml:trace>
  <inkml:trace contextRef="#ctx0" brushRef="#br0" timeOffset="126195.4567">884 7534 61,'0'0'82,"0"0"-6,-1-4-16,1 4 2,0 0-6,0 0-11,0 0-3,0 0-9,0 0 5,0 0-7,0 0 6,-2 14-13,1-7 2,-1-1-4,1 3-4,2 3 2,-2 0-5,0 2 7,-1 4-13,2 1 11,-1-5-8,2 9 4,-2-1 11,-1 1-11,1 1-13,1-1 18,-1 3-11,-1 0 9,2-2-8,0 0 1,0 0-4,-1 3 8,-1-1-7,2-2 3,-1 0-7,0 2 5,-1-1-3,2 3 8,0-2 7,0-1-14,0 10-3,-1-9 3,-1-1-1,2 1-5,-3 8 3,5-9-5,-4 0 7,1 1-4,2-2-8,1 3-1,-2-2 9,-2 0 2,4-2-7,-2 2 5,0-2-7,0-2 1,0 4 3,0 1 0,0 1-2,0 0 5,0 1-11,-2-3 11,1 2 10,1 0-10,1 8 2,-1-9-2,0 8-3,-1-8-6,1 0 11,-1-1-7,1 1-1,-2 1 7,2 0-9,0 8 4,0 0 0,0-9 2,0 2 1,-1-4 5,-1 13-2,2-11-8,2 1 2,-4 7 5,2-9-8,0 2 2,-1-1 11,1 0-14,1 0 4,-1-1 2,0 0-10,0 0 9,3 2-3,-4-4 6,2 1-5,-1 0-1,0 2 2,0-2-1,2-1 0,-1 0 3,-1 2 1,0 0-3,0-2-2,0 2-1,1-1 0,-2-1 7,2 0-1,-2 0-8,2 0 5,1 0-7,-4 0 8,2 1 5,0-2-5,-1-1 2,1 1-5,0 0-1,-1-1 4,1 1-3,-2 1 4,2-1-7,-1-2 10,1-1-7,-2 2 7,1-6-9,1 4 2,-1 1 3,1-6 5,1 5-4,-1-4-2,0 3-3,1-3 1,-1 4 1,0 1-2,3 1-7,-4-2 13,-1 0-5,1 0 3,1-5-5,0 5 1,-1 1 2,-1 0-5,2-1 3,0-1-1,0 2-1,0-2 1,0 2 0,0-5 7,0 5-3,-1-1 1,2-4-6,-1 6 9,0-2 0,0 0-5,0 1 6,0 0-8,-1-1 5,-1 2-11,2-3 5,0-4-2,0 1 10,-1 5-11,0-3 11,1 2-7,0-5 2,-2 1 3,2 0-5,2 3 1,-2 0 4,-2 3-2,2-4-3,0 0 1,2-3 7,-1 5-5,-1 0-3,1-4 6,-1 3-4,-1 1-4,2 0 5,-2-1 2,2 1-1,-1 0 6,0-4-17,0 0 9,-1 5-5,1-1 7,-1-4-1,1 1-6,0-2 4,-2 5-11,2-5 14,0-2-1,0 2-3,0 0-2,-1-2-2,-1 1 1,2 1 8,0 0-1,0 1 2,-1-1-11,0 0 0,1-1 3,-2 3 8,2-4 1,-3 1-16,3-2 14,-1 2-3,-2-1 7,3-3-1,-1 4-5,-1-2 4,2-2-1,-4 3-4,4-1 2,0 2-2,0-1-4,-3-1 6,3-1-1,-3-1-4,2 4 2,0-3 3,-1 3 1,1-1 1,-1 0-10,-2-1 14,3 1-5,-1 0-5,2 0 9,-4 0-11,4-3 3,-3 3 11,3-2-13,-1-1 0,-2 2 2,0-1 0,3 1 5,-3 2-11,2-5 2,1 2 10,-3 0-6,3 0 2,-3 3-1,1-3-1,0-1 2,2 3 4,-3 1 4,3-2-4,-4-1 1,4 2-9,-1-3 3,-1 0 4,-1 4 2,3-6-4,-1 3-2,0-2 8,-1-1-5,2 1 7,0-1-10,0-2 5,-3 0-3,3-2 4,-1 2-4,1-1-8,0-4 24,0 4-15,0-1-1,0-3 1,-1 3 5,1-3-17,0 0-10,-2 2 4,2-2-14,0 0-16,0 0-14,0 0-52,0 0-121,-1-8 53</inkml:trace>
  <inkml:trace contextRef="#ctx0" brushRef="#br0" timeOffset="127230.644">1018 7651 9,'0'0'91,"0"-3"3,0 3-8,0 0 0,1-3-7,-1 3 1,2-3-3,-2 3-7,0 0-1,0 0-1,0 0-16,0 0 5,0 0-11,0 0 2,0 0-10,0 0 6,0 0-12,0 0 1,-2 13 3,2-9-4,-1 2-1,1 1-3,-3 2 3,2-1-8,-1-1 4,1 4-4,-2-3-1,3 0 4,-1 0-7,-1 1 5,-1-1-10,2 1 2,0 0-1,-1-1 1,2 0-6,-1 1-8,1-4 6,0 2-2,0-1 0,-2 2 3,4-1 1,-1-2-4,-1 0-2,2 0-3,-2 0 5,2 0 0,0 0 1,-1-1 1,2 1 3,-2-2-4,1 1-1,-1 0 5,2-2 0,-2 2 4,4-4-2,-2 4 2,-1-3 4,1 2-7,0-1 0,-2-2 7,4 3-2,-3-2 0,3 0 2,-3 0-5,-2-1 0,7 0-3,-7 0-3,0 0-5,8 1 4,-8-1-7,5 0-6,-5 0-18,6 1-14,-6-1-20,5-2-14,-2 1-18,-3 1-20,0 0-14,7-2-105,-4-1-247,-3 3 110</inkml:trace>
  <inkml:trace contextRef="#ctx0" brushRef="#br0" timeOffset="127500.9088">1009 7728 192,'0'0'187,"0"0"-16,0 0-16,0 0-15,0 0 0,0 0-23,0 0-6,0 0-12,0 0-10,0 0-8,0 0-9,0 0-5,17 4-7,-14-4-7,3 1-3,-1-1-9,1 1-12,0 0-10,-6-1-14,8 1-25,-1 0-15,-3-1-21,2 0-28,0-2-24,-1 1-22,0 0-112,-3-1-260,1 1 116</inkml:trace>
  <inkml:trace contextRef="#ctx0" brushRef="#br0" timeOffset="127695.8257">1015 7636 47,'0'0'179,"0"0"-19,-3-1-17,3 1-14,0 0-10,0 0-15,4-5-11,1 4-7,-5 1-10,8-3-19,-2 3-11,2-2-21,2 1-20,-1 1-19,0-1-23,1 0-26,4 1-11,-4 2-24,4-1-67,-4 2-177,-1-1 80</inkml:trace>
  <inkml:trace contextRef="#ctx0" brushRef="#br0" timeOffset="128167.7118">1202 7770 50,'0'0'99,"0"0"-15,0 0-6,0 0 0,0 0-10,0 0-9,0 0 0,3-9-7,-3 6 1,3 1-10,-2-3-2,2 1 0,-1 2-7,-1-2-2,0 1-2,1 0 1,-2 3 2,1-4-1,-1 4 0,3-2-11,-3 2 7,0 0-4,0 0-9,0 0 1,0 0-1,0 0 0,2 8-2,-1-2-3,-1 0 4,-1 3 10,1 0-17,0 3 9,1 1-3,-1-3-8,0-1-3,1 0 7,-1 0-8,2 1 3,-1-2-1,-1 0-1,2-1 7,0 1 0,-2-2-6,0-2-1,0 0-8,2 0 10,-2-2 8,1 1 19,-1-3 15,0 4 19,0-4 18,0 2 5,0-2 1,-1 5 3,1-5 6,0 0-1,-4 1 0,4-1-7,0 0-8,0 0-2,-9-1 1,9 1-4,0 0-3,0 0-5,-7 0-8,7 0-7,0 0-4,-3-3-10,3 3-4,0 0-5,0 0-16,-3-2-26,3 2-35,0 0-27,0 0-15,0 0-11,0 0-25,0 0-5,0 0-11,15-1-21,-11 0-13,1 0-12,1-1-100,0 1-309,-1-2 136</inkml:trace>
  <inkml:trace contextRef="#ctx0" brushRef="#br0" timeOffset="129229.294">1343 7551 109,'0'0'99,"0"0"-10,0 0-6,0 0-7,-4 8-12,4-4-1,0 3-9,0 0-7,0 3 3,0 2-5,0 1-2,0 1-10,0 0 0,0 1-5,-1 4-3,2 1 2,-1 2-1,0-1 2,0 1-9,0 1 1,1 2 3,-1 0-14,-1-1 5,1 0-6,-1 4 4,-1-1 2,2 0-2,0-1-2,0 7-5,0-8 2,0 1 3,0-1-4,0-1-1,-1 3 4,1-1-7,0 1 6,0-1-5,-2 1-2,2 7-3,0-8 4,0 8 1,0-8 0,-1 1-4,2 1 4,-2 6 2,2-7 3,-3 0-7,3 7-1,-4-7-1,3-1 3,-1 1 0,-1 8-1,1-9-3,1 1 4,-3 8 3,3-8-5,-1 9 0,-2-2-1,0-7-1,3 8 4,-1 0-9,-4-1 8,4-7-6,-2-1 3,0 8-4,3-8 11,-2 2-5,0 8 4,-1-3-2,2-8-1,-2 2 2,3-1-2,-1 1 0,-1-2-5,2 1 5,-1 2-1,-2 7 0,3-8-3,0-3 5,0 4 4,0 6-8,3-8 4,-2 7-1,-2-6-4,1 8 6,1-8-3,-1-1 2,3 10-9,-3-10 6,3 11-2,-3-2 3,1-1 3,-1-8-3,0 1-2,2 9 4,-1-10-2,1 9 0,-2-8 0,0 0-2,2 7 11,-2 1-9,2-11-4,-1 11 3,-1-8 1,0-3-1,0 3 2,0 7-6,0-7 4,2 0-4,-2 7 6,-2-7-4,2-1 0,0 0 5,0 1-5,0 9 4,3-8-4,-3-2-2,3 0 7,-2 0 0,-1 0-5,2 0-1,0-1 4,0-1 1,-1 2-8,1-1 1,-1-2 4,1 1-1,0 0 1,0-1 1,-1 1-2,1-1 2,-1-1 0,0 0 2,-1 0 4,0 2-10,2-1 6,-2-1-3,0 1 0,0-1 4,1 0-3,-1 1-7,0 0 6,0 0-3,0-1 4,-1 0-2,-1 0 1,2-1-8,-1 0 12,0 1-2,-1-2-4,2 0-1,0-1 1,0 2-1,0-1 9,0-1-8,0 1 5,0 1 1,2-1-2,-1-1-2,0 2-2,-1-2 0,0-4-2,2-1-5,-4 1 4,5 5-2,-3-6-8,0 2 6,0 1 0,0-2 6,0 1-3,0 2 9,0 2-6,0-5-4,0 0 6,-1 3-11,1 1 12,0-5 4,-2 3-10,2-4 4,0 3-7,0 1 8,0-2 4,-2-1 1,2 0-4,0 1-1,1-2 3,-2 2 3,-1-1-2,2 1-6,0-1 6,-1 5-5,1-6 0,-2 1-3,2 0 9,0-1 17,-1 2-5,2-2-16,-1 0 5,0-4-6,0 3-4,0 1 2,-1-3 9,1 0 4,0 3-9,0-2 3,0 1-1,1-4-5,-1 0 1,0 0-4,0-1-1,0-2 5,2 0 4,-2-2-2,0 2-2,0-2 6,-2-1 2,2-2-21,0 5-8,0-5-19,0 0-18,0 0-21,0 0-47,0 0-139,-7-10 62</inkml:trace>
  <inkml:trace contextRef="#ctx0" brushRef="#br0" timeOffset="130116.2633">1515 7642 64,'0'0'101,"0"0"-8,0 0 2,0 0-15,0 0-4,0 0 0,0 0-11,0 0 2,0 9-5,0-5-4,-1-1 1,-1 1-7,1 3-1,-1 0 11,1 1-5,-2 2 0,3 2-7,-1-3-6,-1 0-4,2 0 2,0 1-7,0-2 6,0 1-2,2 0 1,-2 0-1,1-1 4,-1 1-12,2 1-7,-1-4 3,-1 3-5,3-2-3,-2 0-3,1-2 5,-1 0-4,0-2 0,2 1-5,-1 0 5,-1-1-6,2 0 5,-2 0 12,2-1-12,0 0 2,-2 0-3,2 1-1,0-2-1,0 1-3,-3-2 0,4 0-1,0 1 2,-4-1-8,7 0-17,-7 0-14,7 0-9,-7 0-9,3-1-23,0 0-14,-3 1-19,6-2-19,-5 0-19,-1 2-85,4-3-242,-4 3 107</inkml:trace>
  <inkml:trace contextRef="#ctx0" brushRef="#br0" timeOffset="130349.7347">1502 7764 30,'0'0'180,"0"0"-16,0 0-11,0 0-19,0 0-7,0 0-16,0 0-8,0 0-7,0 0-9,0 0-5,10 3-6,-10-3-9,7 2-9,-1-2-3,-2 0-12,0 0-24,-4 0-22,12-1-23,-8 1-18,0 0-21,-4 0-31,11-1-28,-8 0-81,0 0-222,1-2 99</inkml:trace>
  <inkml:trace contextRef="#ctx0" brushRef="#br0" timeOffset="130545.4658">1502 7646 84,'0'0'213,"-4"-3"-22,4 3-18,0 0-18,0 0-14,0 0-14,0 0-20,0 0-10,0 0-3,6-2-16,-2 1-14,2 1-25,-1 0-14,2-1-25,2 2-33,-1-1-21,2 1-27,1-1-28,-1 1-110,-3 2-236,3-3 104</inkml:trace>
  <inkml:trace contextRef="#ctx0" brushRef="#br0" timeOffset="130958.2538">1646 7776 86,'0'0'142,"0"0"-15,0 0-7,0 0-10,0 0-7,0 0-13,11-4-9,-11 4-5,0 0-13,9 2-8,-6-2-5,-3 0 0,5 2-10,-2 0 4,0 0-10,0 0 2,-2 1-5,-1 0 2,0 1-2,0 0-1,0 1-3,0 1 6,0 2 5,-3-2 1,0 1-6,2-2 2,-2 0-2,2 0 3,-2 3-1,2-3-7,-2 0 2,1 1-3,0-1 4,0-1-4,-1 0-2,3 0-5,-1 0 4,0-2-6,1 2 1,0-4-4,0 4 1,0-2 1,0-2 0,2 4 3,0-2 2,-2-2-6,4 1-3,-4-1 2,7 0-4,-4 1 5,-3-1-5,8 0-8,-3-1-16,-5 1-23,9-1-17,-3 1-13,-2-1-28,2 0-22,-2 0-16,0 1-16,3-2-106,-7 2-276,7 2 123</inkml:trace>
  <inkml:trace contextRef="#ctx0" brushRef="#br0" timeOffset="132307.0427">1895 7555 81,'0'0'76,"0"0"-1,0 0-3,0 0-10,0 0-6,0 0-3,-2 12-5,0-9-11,2 3 5,0-2-1,0 4 0,-1 1 1,1-1-16,-2 5 4,2-2-7,0 1-1,-2 2-2,0 0-2,1 1 1,1 4-2,-2 1-3,1 0 9,-2-1-9,3 3 7,-3-1-11,2-4-2,-2 4 5,3-1-4,-1 1-4,-1-2 1,2 0 0,-3 1-3,3 1 8,0-2-8,0 2 2,0-3 4,0 4-6,0-4 0,0 5-3,-2-4 5,0 2 1,-1-1-5,3-1 6,0 2-7,-1-2 6,1 1-4,0-1 6,0 0-2,-1 2-7,3-2 7,-3 4-1,1-3-1,1 0 1,-2 0-3,1-2-2,-1 4 4,3-4 2,-2 0-3,2 1-2,-1-1 4,-1 2-2,-1 0-2,-1-6 3,4 7 0,-1-1-3,-1 2 9,0-2-14,0 0 5,0 1 0,0 0 2,0-1 0,0-1 2,0 3-3,0 0 3,2-1-13,-2 2 8,1-2 10,0 2-14,-1-2 5,-2 1 1,0 1-1,2-2 1,2-1 1,-1 0-6,-1 3 11,0-1-5,0-2 2,-1 2 0,-1 0-7,2 2 3,0-3 7,-1 2-6,-1-1 7,2 2-1,-1-1 1,-2-3-7,2 4 0,-1-1 2,1-1-1,-1 1 2,2-1-4,0 2-2,-1-3-3,2 2 12,-2 0-3,1-1 1,0 0-8,1 2 1,-1-3 7,0 1-2,-1 2-3,1-2 2,0 1-1,0-1 1,-1 1-4,1 0 6,0 0-5,-2 2 8,1-3-11,1 3-5,0-2 7,0-1 4,-2 0-2,2 1-3,-1 0-3,1 1 1,-1 0-1,-1 0 4,2 0 0,-3 0 3,2 0-2,-2 2-4,2-3 1,-2 3 4,0-3 1,2 0-3,-2 2 2,2-1-3,-1 0 0,2 0-3,-1 1 3,-1 0 1,2-2-1,0 0 2,-1 0 5,1 1-7,-2 0 3,4 0-6,-1 1 1,-4 1-1,5-2 2,-4 1 3,2-2-1,-1 3 10,0-2-16,-1-1 0,2 2 5,-1-1-7,-2-1 5,3 0 1,0 1-2,-3 1 0,3-4-5,-1 4 7,-1-2 1,2 1-4,-1-1-1,-2 3 3,3-1-2,-3-1 0,2 0 9,-2 2-10,3 0-1,-3 0 4,3-1-5,-1-2 2,1 3-3,-3-3 5,3-1-3,0 1 2,0-2-2,0 1 7,3-1-2,-2-1-6,1 1 9,-1 0-7,-2 0 3,2 0 0,-1 1 0,3-1-3,-2 2-1,-1 0 4,0-3 0,0 1 5,3 1-4,-3-1 6,0 0-6,3 0 4,-2-4 6,2 4-18,-3-2 6,0 0 0,3 0 4,-2-1-4,1 1 4,-2-5 0,1 6-4,-1-5 8,2 2-1,-2-1 2,-2-3-8,2 2 2,2-2-1,-1 1-1,-1 0 2,-1 0-1,1-2 1,0 3 2,-2-1-1,2 0-1,0-1-3,0 1 8,2-3-7,-1 2 4,-2-2-3,1 3 7,-2-1-11,2-1 11,0-1-7,0 3 6,2-2-6,-2 0 2,0 0 4,1-4-8,0 1 5,-1-1 1,2 1 2,-1-1 0,-1-1-3,2 0 2,-1-1-4,1 0 2,0 2-7,-2-5 4,0 1 7,2 1-7,-1-1 0,-1-1 11,2 2-4,-1-1-8,0-1 4,-1 0-5,0 1-1,0-1-4,2-2 3,-2 2-10,0-3-2,1 3-5,-1-3-9,0 0-16,0 4-14,0-4-65,0 0-138,0 0 62</inkml:trace>
  <inkml:trace contextRef="#ctx0" brushRef="#br0" timeOffset="133274.7763">2038 7599 59,'0'0'172,"0"0"-9,0 0-3,0 0-10,0 0-7,0 0-2,0 0-8,0 0-16,0 0-9,0 0-10,-5-1-5,5 1-9,0 0-8,0 0-7,0 0-5,0 0-5,10-1 0,-10 1-4,10 0-8,-6 1 0,3-1-5,0 1-3,0 0-7,3 1-1,-7-2-2,4 1-5,-1 0-4,1 2 1,1 0-3,-1 0-1,-1 0-2,1 0 0,-1 0-4,-1 1-4,0-2 2,-3 1-5,1 1-1,1-1 1,-1 1 1,0 2 1,-3-1-1,0 1 0,0 2-4,-1-1 3,-1 2-3,-1 2 1,-1-2 2,-3 1 2,2 1-3,-1-1 3,0 1-4,2-2-1,-2 2 4,2-2-2,0-2-1,0 3-1,-2-5 1,5 4 4,-5-3-6,3 4 1,3-6 3,-3 1-1,3 1 1,-1-1 4,1-2-2,1 2 3,-1 0 1,2-2 4,-1 1 3,2-1 0,-3 0 2,4 0 2,-1-2 0,1 1 3,-1 0-2,1-1 1,-1 0 2,1 0-6,2 1-1,-2-2-1,-4 0-1,10-2-1,-3 1-4,-3 0-7,-1 1-8,3-2-24,-2 0-17,0 2-11,0-2-18,-1 0-15,2 1-16,-5 1-25,5-1-11,-2-2-22,-3 3-13,4-2-132,-4-2-333,2 3 148</inkml:trace>
  <inkml:trace contextRef="#ctx0" brushRef="#br0" timeOffset="133516.5635">2064 7755 158,'0'0'233,"0"0"-11,-2-2-13,2 2-23,0 0-14,0 0-15,0 0-15,0 0-13,0 0-12,0 0-13,5-6-13,-2 6-4,4-1-14,-3 0-6,3-1-6,3 2-8,-3-2-12,3 1-7,-1 1-19,-1 0-23,2 0-23,-2 0-23,2 0-22,0 0-18,0 0-24,-2 0-22,2 0-21,-1 0-118,-1 0-301,-1 0 134</inkml:trace>
  <inkml:trace contextRef="#ctx0" brushRef="#br0" timeOffset="136790.2251">377 7524 12,'0'0'41,"0"0"-4,0 0-1,0 0-11,0 0 19,0 0-15,28-13 3,-28 13 2,18-3-5,-18 3-2,30-3 11,-16 0-10,3 2 2,4 1-7,-1-2 4,-3 1-2,4 1-2,-1-2-5,2 1-2,-1-2 2,-1 5-3,1-1 4,0-1-3,0 1-2,-1 0 2,1-1-4,0 2-2,3-1 0,-4-1-5,4 1 4,-1 0-4,0-2 8,0 0-5,0 1-3,-1-1 0,2 0 3,0 2 4,-3-1-4,4 1-5,1 1 1,-1-1-3,-1-1 7,-3 1-2,2-1-2,-1-1 5,1 3-7,-1 0 1,2-3 5,-1 1-4,-1 2-2,0-1 4,-1-1-7,-4 2 1,2 1 1,2-3 0,-1 1 3,-3 2 4,6-1 0,-4 0-4,-2-1 1,-3 1-7,7-1 4,-4 1-2,0-1-4,4 1 5,-4-1 0,0-1 0,4 0 4,0 1-5,-7 1 4,3-2-2,0 1 4,-1 1-14,6-2 10,-2 3 2,-3-3-4,4 1 9,-4 0-3,-2-2-7,7 1 0,-7-1 0,3 2 1,-5-2 3,5 1 8,-5-2-6,4 2-13,-3-1 10,3 2-3,-4-3 1,1 3 5,-2 0-8,1 1 1,1-2-3,-3 0 10,-1-2-3,3 1 3,-2 0 0,-1 1-9,0 0 3,1 0-1,-1 0 4,3 0 0,-3-1-2,-2 0 1,-1 1 11,-7 0-9,18 0-1,-11-1 3,-7 1-5,15-1-1,-6 0 3,-9 1-5,13 0-4,-13 0 8,11 0-1,-11 0-4,13-3 6,-9 2 3,3-1-7,-7 2-1,12 0-3,-12 0 6,11-1 0,-6 0 3,-5 1 0,9-2 3,-9 2-9,8 0 3,-8 0 6,0 0-4,7-1-3,-7 1 1,0 0-10,0 0 7,0 0 2,10 0 0,-10 0-2,0 0 8,0 0 1,0 0-11,0 0 10,12 1-4,-12-1 0,0 0-2,0 0-3,9 2 3,-9-2-4,5 2 5,-5-2-6,0 0 10,7 2-15,-7-2 15,0 0 1,0 0 0,5 2-5,-5-2 2,0 0-6,3 3-12,-3-3 17,0 0 1,2 6 2,-2-6 0,-2 5 8,2-5-8,2 8 0,-4-4 4,2 1-5,0-5-5,0 13 9,0-7 1,0 1-6,0 3 3,-3 2-2,3 0 0,0 3 4,0-1-5,-3 6 5,2 1-2,1 0-7,0-1 3,-1 1 4,1 0 1,-3 1-11,0 0 8,3-1-3,1 1-1,-3 1 9,0-1-7,2 0 11,2 2-10,-2-1 3,0 1-4,1-2-5,3 3 11,-4-1-10,0-1 5,0 1-2,0 1 0,2 0 3,-2-1-9,0 1 13,1 1-1,-2 1-5,-1-2 2,2 2 2,0-2-7,0 2 12,0-2-13,0 1 7,2 0-7,-4-1 2,4 1 0,3 9-1,-5-10 5,0-1-2,0 1-1,0 0-1,3 1 0,-3 0-3,0-2 2,2 0 4,0 4 2,1-1-4,-3-1 5,2 9 0,0-8-6,1-3 6,-3 0-14,4 3 6,-1-3 9,-3 1-12,3 2 5,1-2 2,-4 1-4,3-1 5,-3 9 1,3-8 3,-6 1-8,6-2 13,-2 1-9,-1 1 2,3-1-7,0-1 3,-2 0 4,-1 0-6,3 1 1,-3 0 0,4-1 2,-2 0-7,2-1 2,-4 1-3,4-1 6,-4-1 2,3 2-2,1 0 15,-4-1-20,3 0-2,0 2 5,-2 0 9,1-3-11,-2 1 4,1-1 0,1 0 0,-4 1 4,4 0-8,-1 0-1,0-2 2,-1 2 8,2 0-7,1-1 3,-2 0 4,0 1-6,2 0-1,-3 0 6,0-1-6,3 0 2,-2 0 5,1 1 2,-1 0-9,2 2-1,-3-3 5,0 2 2,3-2 12,-2 1-22,1 0 11,-2 0-4,1 0 2,1-3-4,0 2-3,1 1 2,-1-4 4,-1 4 8,3-3-11,-4 1-9,3-1 7,1 0 5,-2 2-5,0-2 1,1 1 10,0-3-12,-1 2 3,0-1-3,1 2 2,-3-3 1,2-1 0,0 1-5,-2 2 4,0 0 5,2-3-2,-2 3 1,0-2-2,1 0 1,-1-5-5,0 7-4,2-2 9,-1 0 0,-1 1 1,0-1 2,0 5-5,1-3-2,1 0-3,-4-2 10,2 4 2,0-1-6,-1-1 2,1 1 1,0-1-4,0 1 12,0 1-13,0-1-9,0 0 15,0-1-3,1 1-8,1-2 5,-1 1-1,-1 1 6,3-1-3,-3-2-5,1 1 2,-2 0 0,2 0 0,2-5-2,-3 5 5,0 0-3,0-6 5,0 6-4,3 0-1,-3 0 2,0-1 4,2 0 0,0-5-2,-2 6 4,0-2-3,3 0-6,-3 1-1,4 0 8,-4-5-4,0 0-7,0 0 5,3 1 6,-3-2-10,0 1 13,0 3-8,0-3 3,3-2-6,-3 3-3,0-2 10,1 0-5,-1-1 7,3 3-3,-3-3 0,0 2 1,3-2 6,-3 0-3,-3 1-4,3 1-4,0-1 5,0-1-8,0 1 20,-3 0-18,3-2 7,0 3 4,-1-2-9,1-2 9,0-1-7,0 1-2,0-1 1,0 3 5,0-3-5,0-1-1,0 1 2,0 1-2,-3-1 2,3-1 2,0 1 0,0 1 4,0-3-10,0 1 5,3-1-6,-3 1 13,0-1-7,0-1 6,0-2-3,1 2 2,2-3-5,-3 2-1,0-2 6,3 1-8,-3-1 1,3 1 1,-3-2 0,0-2 6,0 3 0,0-1-10,0-2 2,0 4 6,0-4 0,0 0 9,0 4 2,0-4 4,0 0-7,0 0-1,0 0-6,0 0 2,-6 1 6,6-1-3,-4 0 7,4 0-3,-8 0-15,3 0 6,5 0-9,-11 0 3,4 0 8,-1 1-2,1 0-5,-3-1-1,0 0 2,-3 0 3,3 2-1,-1-2 1,-3 2-9,0 0 10,0-1-13,-2 0 8,2-1-5,0 0 4,4 0 0,-4 1 5,-1 0 5,-1-1-9,3 0 0,-1 2-9,3-2 10,0 0 2,-3-2-7,-2 0 4,4 2 0,3 0 2,-6-1 14,1-1-12,-2 1-8,3-1 10,-2 2-5,1-2 0,-2 2-1,2 2-1,-3-2-4,3-3 0,-3 4 1,0-3 0,-4 2-2,6 1 2,-1-1 0,1 1 4,-2 1 0,0 0 9,0 0-11,3 0-3,-3-1 2,3 2 6,0-3-8,-2 0 3,2 2 8,-1 1 1,1-1-1,-2-2 0,2 1-2,0-1-16,0 0 8,1 0 1,-1 0 1,-1 1 6,1-1-11,0 0 8,1 0-1,-1-1 8,-2 1-7,2-1 2,-1 1-5,2-2 6,-1 1 0,1 1-5,-2-4 1,-1 4-4,2 0 7,2-3-7,-1 2 7,-1 1-11,0-1 2,-2 0 10,-1 0 8,3 0-15,0-1 0,0-1 4,-7 2 5,7 0-17,-3-1 3,3-1 8,0-1-2,-2 2-1,2 1 3,-3 0-3,0 0 2,3 1-2,-4-1 2,3-2 2,-1 3-5,1-1 2,-5-1-1,3 1 3,0 2 5,4-1-1,-5-1 2,1 1-4,-3-2-13,5 2 24,-1-2-10,2 2-2,-1 0-2,-1-2 6,-2 1-5,5 0 4,-1-1-3,-1 1-4,1 1 2,1-3 5,3 2-9,-1 1 13,-2 0-11,3 0 27,-1-2 5,1 0-8,0 2 2,-1-2-2,4 2-1,-3 0-2,3 0-3,-3-1 3,3 0 0,-3 0 3,3 0-6,0 1 0,2-2 1,-4 0-2,4 0-2,-1 2-3,0-2 3,1 1 2,-1 0-2,2-1 3,-2 1 2,6 1-2,-7-1 6,2 1-3,5 0-3,-9-1 7,5 1 0,-2-1-3,6 1-5,-7 0 3,0 0-8,7 0 2,-7 0-4,4-1 0,3 1 4,-11-1-4,8 1 0,-4 0 4,7 0-9,-10 0 8,10 0-2,0 0 1,0 0-3,0 0 3,0 0 0,0 0-6,0 0 4,-38-2 0,38 2-6,0 0 3,0 0 2,-21-1-4,21 1 7,0 0-10,0 0 7,-21-1 4,21 1-2,0 0 3,0 0-8,0 0 4,-20-1 3,20 1-4,0 0 0,0 0-2,-21-2 5,21 2-4,0 0-1,0 0-1,0 0-5,-24-4 9,24 4-4,0 0 1,-14-4 0,14 4 4,0 0 0,0 0-1,0 0-3,-18-4 2,18 4-4,0 0-1,0 0 0,0 0 2,0 0 0,-23-3 2,23 3 1,0 0-1,0 0-3,0 0 1,0 0 2,-21-1-3,21 1 2,0 0 0,0 0 1,0 0 3,0 0-4,0 0 0,-24 1-2,24-1 0,0 0-1,0 0 0,0 0 7,0 0-7,0 0 0,-21 2 1,21-2-2,0 0 0,0 0-5,0 0-6,0 0-6,0 0-8,0 0-10,0 0-5,0 0-16,0 0-18,0 0-21,0 0-17,0 0-6,0 0-80,0 0-217,0 0 96</inkml:trace>
  <inkml:trace contextRef="#ctx0" brushRef="#br0" timeOffset="138720.2629">398 7916 39,'0'0'82,"0"0"-10,0 0-3,0 0-5,0 0-5,0 0-2,0 0-12,0 0 6,0 0-4,0 0-1,0 0-2,0 0 1,0 0 5,0 0 1,0 0-2,0 0-1,0 0-2,0 0-7,0 0-3,38 12 2,-38-12-1,21 3-5,-21-3 4,24 0 1,-10 0-6,0 1-3,-1 0 1,3-1 3,-4 1-5,4 0-4,-1 0 4,-1 0 1,3-1 2,-3 2-1,3-2-1,-1 1-1,5 1-6,-4-3 0,-3 1-2,1-1 3,2 2-3,0-1 0,-3 1-1,3-1 1,-1 3-6,-1-3-3,1 2 4,-1 0-1,1-2 1,-1 0-4,-1 0 3,3 0-4,-3 1 1,3-1-4,-3 1 1,0-1-3,2 1 2,-4-1 2,4 3-2,-1-3-2,-5 1-1,3 1-2,2 0 4,-3-2 3,0 2-4,1 0 0,1-1 2,-3 2 6,2-1-9,1 0-5,-3 0 6,2-1-4,-2 0 1,2 1 4,1 0-2,-3-1-3,-1 2-3,1-1 3,2-2 1,1 0 1,0 0-2,-1 0 0,-2 0-1,2 0 0,1 0 5,0 2 1,-1-2-4,1 0 2,-1 0 1,2 0-4,-4-2 2,2 2 4,1 0-3,2 0-6,-2-3 5,0 3 3,0 0-1,1 1-4,-2-1 2,1-2-2,-3 3-2,-1 0 7,4-1-5,-1-1 0,1 2 1,-1 1-2,-3-5 1,4 3 2,-2 0-4,0 1 0,-2-2 2,-1 1 3,1 0-4,0 0 4,1 0-6,-1 1 6,0 1 0,1-4-3,-1 4 2,0-2 0,1 2-2,-1-2 2,0 0 0,-1 0-2,0 0 0,0 0-1,-2 1 1,1 2 0,1-3 1,-1 0-1,-2 0 0,-6 0 0,11 1-1,-4-1 1,0 2 1,0-2-2,0 1 4,0-1-1,-7 0 3,10 1-7,-3 1 4,0-1-1,0-2 1,0 1-4,-7 0 3,12-2-1,-4 2-3,-8 0 4,10 2-2,-4-2 0,-6 0 3,8 0 1,-8 0-2,10 0 2,-6 0-6,-4 0 4,7 2-1,-3-1 1,-4-1 1,6 1 1,-6-1-3,0 0 1,11-1-2,-11 1 2,7 1 0,-7-1 0,7 0-3,0 1 4,-7-1 1,0 0-5,10-1 0,-10 1 3,10 1 0,-10-1-3,10-1 0,-10 1 4,10 0 3,-10 0-6,11-2 1,-11 2-2,10-1-3,-3 0 5,-7 1 1,14 0-7,-8-2-5,-6 2-7,12 0-10,-12 0-6,12 0-8,-12 0-13,0 0-5,8 2-7,-8-2-5,0 0-4,7 3-11,-7-3-10,0 0-19,0 5-88,0-5-221,0 0 97</inkml:trace>
  <inkml:trace contextRef="#ctx0" brushRef="#br0" timeOffset="140271.9438">380 10013 3,'0'0'87,"0"0"-13,0 0-3,0 0-5,0 0 8,0 0-6,0 0-7,0 0-5,0 0-6,0 0 1,0 0-16,0 0 4,0 0-10,0 0 0,0 0 10,0 0-2,0 0-3,0 0 2,25 10 2,-25-10-4,0 0-4,31 3 2,-14-2-2,-17-1-2,31 2-9,-11-2 6,-1 0-4,3 2 2,0-1-1,-1-2-2,3-1 1,0 2-9,2 0 3,-4 0 5,3-1-4,-1 2-1,0-1 7,0 0 3,0 0-8,0 2 0,0 1 4,0-3-7,-1 1 3,-2 2 4,1-2-9,1 1 2,-4 0 0,8-1-2,-6 2 1,3-1 1,0-1-2,-3 1-1,3 3-3,-8-3 3,8 0 0,0-1-2,-5 2 0,3 1-9,0-4 8,-1 3-5,0 0-1,-1-1 3,-2 0-4,2 1-1,-3-1 6,0-1 0,4 3-3,0-2 5,0 1-2,-4-2-4,-1 2-3,5 1 10,0-2-8,-6 0-1,2 0 3,0 0-1,4-1 3,-1 0-3,-4 0 0,-1 2-5,1-1 2,0-1-1,0 0 1,1 0 5,-2 1-4,2 0 6,-3 0-9,3 0 8,-3-2-10,2 0 8,-1 2-8,1 0 1,-1-1 10,1 1-8,-1-1 7,2 2 2,-3-3-1,0 3 3,2-2-10,-1-1 1,-1 0 3,-4 1-5,4-1-1,0 2 6,-1-2-3,-2 3 4,-1-3-5,4 0 4,-4 2-7,0-1 7,1 0-1,-2 0 0,-1 0 1,2 0-1,-3 0-1,-1 0-3,-1 0-1,1-1 4,1 3-9,-1-3 5,-6 0-1,10 0 0,-10 0 9,11 1-8,-7-1 6,3 2-1,-7-2-6,10 0 6,-6 0-5,0 2 4,2-1-4,-6-1 0,14 0 3,-10 0-5,-4 0 2,13 2-1,-13-2-6,11-2 7,-4 4 0,-7-2-6,13 0 8,-7 2-2,-6-2 2,15 0-3,-8 0 1,-7 0 2,9 0-1,-9 0-4,12 1-4,-12-1 1,7 0 5,-7 0-3,10 1 3,-10-1 2,10-1 4,-10 1-3,7-1-3,-7 1 7,0 0 1,10 2 0,-10-2-11,0 0 4,7 1 3,-7-1-5,0 0 2,11 0 1,-11 0-4,0 0 1,7 1 3,-7-1-9,0 0 2,10 0-8,-10 0-3,10 0 10,-10 0-10,10-1 3,-10 1-8,8-1-4,-8 1 1,0 0-1,13-1-1,-13 1-9,10-1-4,-10 1 13,7 0-11,-7 0-2,0 0 2,11-4 6,-11 4-4,6-1-2,-6 1 0,0 0-9,7-2-3,-7 2-12,0 0-10,0 0-51,6-2-135,-6 2 60</inkml:trace>
  <inkml:trace contextRef="#ctx0" brushRef="#br0" timeOffset="141534.5874">412 11094 39,'0'0'51,"0"0"-4,0 0 1,0 0 4,0 0-5,0 0 5,0 0-7,0 0 9,28 10-9,-28-10-13,17 3 2,-17-3 6,26 3-9,-12-2 13,7-1-6,-6 0-6,2 0 0,4 0-9,3 0 5,-3 1-1,3-1-3,2-1-4,-2-1-3,0 1 2,-2 1 2,4 0-6,0-1-6,0 1 1,0 0-3,-2 1 8,2-2-5,-1 1-5,3-1-3,2 0 7,-2 2 6,0-2-3,0 1 2,3 0-10,-4 1 3,3-1 1,-2 0-4,0 1 6,0-1 0,0-1 1,-1 0-13,3 3 10,-2-1 0,0-1-5,-3 1-2,2 1 1,0-1 5,-2-1-1,-1 0-3,-1 0 1,1 2-8,-2-2 3,-1 0 4,-1 3 8,-3-2-5,4-1-4,-5 0 4,6 0-3,-1 1-3,0-1-9,-1 0 15,-2 1-3,2-1 4,1 4-8,-5-3 7,5 1-10,0-2 6,-4 2 2,-2 1-6,5-3 7,-3 3 0,-3-2-7,10-2-12,-10 2 14,2 2 0,-2-1 1,1-2 6,-1 0-3,0 1 6,0 2-10,3-2 1,-4 3 0,1-2 5,-1 1-4,-2-3 2,3 4-3,-3-1-8,2 0 5,0 1 5,-3-4 2,-2 3-3,6-1-1,0 0-4,-4 0 9,0-1-9,0 1 4,-2-2 4,4 1-11,-3 2 9,1-1 1,-1 0 0,2 0-4,-4-2-5,7 1 3,-4 2-3,-2-2 0,2 1 5,-3 1-2,3-2 4,0 1 2,0-1-7,-2 0 4,1 1-5,-1 0 5,1-2-5,-1 2 5,-1-1 3,0 1-5,-1-1 0,2-1-4,-3 1 4,0 2 4,2-3-4,-7 0-4,10 0-3,-4 2 5,-6-2-6,10 1-5,-10-1 3,7-1 0,-7 1 6,0 0-5,8 1 4,-8-1-10,0 0-6,7-1-6,-7 1 0,0 0-6,7 1-6,-7-1-8,0 0 3,0 0-9,0 0-1,0 0-5,0 0-5,4-3-43,-4 3-115,0 0 52</inkml:trace>
  <inkml:trace contextRef="#ctx0" brushRef="#br0" timeOffset="142578.5363">402 10641 31,'0'0'74,"0"0"-20,0 0 1,0 0-5,0 0-10,0 0 3,0 0-8,0 0-3,0 0-3,0 0 5,0 0-5,0 0 5,0 0-6,0 0-4,0 0 6,48 9 1,-48-9 6,28 2-6,-12 0 2,5 2-4,-1-4 2,1 4-2,1-4 6,0 0-6,4 2 9,0-2 0,-1 2 1,3-2-17,-1 0-2,1 0 1,0 0-3,3 0 5,9 1-6,-12-1 4,1 0 5,12-1-8,-1-1 1,-2 2-8,0 0 1,-9 0 5,14 0 9,-5-2-23,1 2 13,2 0-15,-3-1 1,0 2 5,-8-1-3,8 2 9,-9-4-6,9 6 1,-10-2-1,2-2-1,-5 2-8,6 0 3,-4 0 1,1 0-2,0-2-2,2 1-2,-2 1 2,0-1 2,-1 0-2,0-1 1,-2 0 2,-1 0-2,0 0-4,0 0 10,0 4 6,1-4-17,-1 1-2,-3 0-8,-1-1 11,1 3-6,-4-2-5,4-1 17,-5 1-16,-1 2 13,1-3-2,-1 0-16,-1 0 2,0 0 11,1 0-9,-3 0-6,2 0 3,3 0 3,-3 0 2,-4 0 0,4 0 4,-1 2-1,-5-2-7,4 2 13,-4-2-14,3 0 3,2 1 2,-3-1 8,-2 2-3,-1-2 11,2 1-3,-1 0-5,-8-1 5,12 1-2,-7 1-4,-5-2 1,10 2 3,-10-2-2,10 1-1,-10-1 1,7 4-1,-4-2 2,-3-2-6,0 0-7,0 0 5,8 1-3,-8-1-8,0 0 3,0 0-9,0 0-1,0 0-13,0 0-11,6 1-9,-6-1-49,0 0-119,0 0 53</inkml:trace>
  <inkml:trace contextRef="#ctx0" brushRef="#br0" timeOffset="144218.6367">421 11675 6,'0'0'30,"0"0"-4,0 0-3,0 0-2,0 0 5,0 0 4,0 0-8,0 0 1,0 0-2,0 0 2,0 0-4,0 0-2,0 0 1,0 0 2,0 0-6,0 0-4,0 0 5,0 0-4,0 0 1,0 0 0,0 0-1,0 0 2,0 0 4,0 0-1,0 0-4,0 0 1,0 0-5,0 0 4,0 0-2,0 0 1,0 0-4,0 0 0,0 0 0,0 0 4,0 0-3,0 0 4,0 0-6,0 0 2,0 0-5,0 0-2,0 0 5,0 0 1,0 0-7,0 0 5,0 0 4,0 0-7,0 0-1,0 0 4,0 0-2,0 0 1,0 0 0,0 0 2,0 0-8,0 0 3,0 0 4,0 0-2,0 0-5,0 0 2,0 0 4,0 0-3,0 0 3,0 0-6,0 0 2,0 0 4,0 0-6,0 0 5,0 0-1,0 0 2,0 0-1,0 0 2,0 0-7,0 0 11,0 0-7,0 0 4,0 0-7,0 0 7,0 0 1,0 0-8,0 0-4,0 0 3,0 0 3,0 0 3,0 0-3,0 0 2,0 0-3,0 0 0,0 0-5,0 0 6,0 0-2,0 0 1,0 0-6,0 0-1,0 0 7,0 0 2,0 0-4,0 0 8,0 0 9,0 0-15,0 0 13,0 0-3,0 0-5,0 0 5,29 15 5,-29-15-6,0 0 1,17 6-3,-17-6 7,20 5-5,-12-2-7,6 0-2,-1-1 8,1 2-1,0 0-7,3 0 8,4 0 9,0 1-14,3-2-2,0 2 1,3-3 1,0 3-1,2-2 6,-2-1 1,3 3-9,8-2-1,1-1-1,-11 2 7,10 0-3,-1-1 0,2-2 4,-9 0-7,12-1 0,-12 1-3,8-1 1,-9 4-3,11-4 8,-12 0-9,13 1-1,-3-2 7,-10 4-5,-1-2 2,1 1 1,0 1 5,-1 0-2,1 0 1,-1 1-5,-2-1 0,2 0 7,0 0-6,-3 1 4,1 0 7,-1-1-1,-1 0-6,-1-2 11,2 4-3,-3-3-4,-4 0 4,4 1-6,-4-3-3,-1 2 2,5 0 1,-2 0 2,-2 0 7,0 0-12,-3 0-3,5-2 7,-4 0 0,2-2 5,0-1-9,-2 3 4,2-1 1,-4 1 3,5-1 1,-5 0-4,4 0-5,-3 1 0,0 0 0,0 0 0,-1 0 11,-3 1-21,2 0 15,-2 0-1,-1-1-9,1 2 0,-2 0 7,0-2 4,2 2 2,0-1-11,-3 0 10,0 0 0,3 0 3,-3 0-18,3 2 16,-3-1-3,-7-2 1,14 2 0,-8 0-6,-1-2-3,-5 0 4,13 2 4,-9-1 2,-4-1-6,10 0 0,-10 0-4,10 2-1,-10-2 6,7 4 5,-7-4-4,4 1-11,-4-1 18,0 0 0,10 3-3,-10-3-12,4 2 2,-4-2 3,6 2 2,-6-2-1,0 0-4,7 1 1,-7-1-5,7 4 7,-7-4-5,7 1 3,-7-1 3,4 3 3,-4-3 0,0 0-7,10 1 1,-10-1 2,6 1 3,-6-1-8,4 4 6,-4-4 0,0 0 0,7 1-1,-7-1-13,0 0 3,4 3-11,-4-3-8,0 0-9,0 0-6,0 0-15,0 0-14,0 0-53,0 0-135,0 0 61</inkml:trace>
  <inkml:trace contextRef="#ctx0" brushRef="#br0" timeOffset="145461.0496">391 8991 12,'0'0'41,"0"0"4,0 0-3,0 0 3,0 0 4,0 0 2,0 0-7,0 0-7,52 5 2,-52-5-5,24 2 2,-10-2-10,3 2 5,3-2-3,1 1 3,-1 0-6,2-2 13,-1 1-19,3-2-2,0 1 8,3-1-8,-2 2-2,1 0 5,-1 2-10,-1-2 9,4-2-8,-2 2 5,0 2 5,0-1-2,-1-1-9,0 2 3,-2-1-4,1-1-2,3 2 3,-5-2 5,2 2 2,1-1-5,2 1 6,-3-1-16,0 0 11,3-1 6,-2 0-4,3 1-5,-4-1-1,3 0 8,1 0-13,-4-1 5,0 1-2,1 0 14,-1 0-6,0 0-7,2 0-14,-4 4 12,1-6 5,-1 4-11,-2-1 8,-2 0-4,-1-1 7,7 0-6,-4 2 5,1-2-9,-4 2 3,0-2 3,3 0 0,-5 0 0,6 0-3,-4 0-5,-3 1 9,3 2-1,-1-3-1,1-2-1,-1 1-9,0 0 8,-1 2 3,2-1-3,0-1-3,-3 1 4,0-2 0,3 2-11,-3 0 6,0-1-4,-1 1 3,3 0 1,-5 0 1,0 0 4,0-1-6,-1 1-4,4-1 8,-4 1-6,-3 0 3,3 1 3,1-2-1,-2 0-5,-1 1 7,2 0-2,-1-2 3,-1 1-3,2 0-11,-2 1 10,2-1-2,-1 0 4,-9 1-2,14-2 6,-6 1-1,-1 1-6,0-2 1,-7 2 2,12 0-1,-12 0-11,12 0 8,-12 0 5,10 0 1,-10 0-2,13-2-5,-13 2-2,10 0 0,-10 0 5,8 0-3,-8 0-7,11-1-2,-11 1-3,10 0 5,-10 0-2,10 1-1,-10-1-2,7 0-4,-7 0 6,0 0-16,13 0-1,-13 0 1,0 0 4,11 2-2,-11-2 4,10 0-12,-10 0 0,8 0-2,-8 0-8,0 0 0,10 0-1,-10 0-8,0 0 2,10 0-58,-10 0-117,0 0 52</inkml:trace>
  <inkml:trace contextRef="#ctx0" brushRef="#br0" timeOffset="146570.0383">521 8454 42,'0'0'70,"0"0"-14,0 0 8,0 0-18,0 0-4,0 0-8,0 0 3,0 0-4,0 0-4,0 0-4,0 0-2,0 0-1,0 0-11,0 0 4,15 8-2,-9-7-1,-1 0 3,1 0-3,1 1-4,2-2-4,0 2 9,-2 0-6,3-2-4,4 2 3,-1-1 5,1 1 3,2-1-1,-1-1 4,1 2-1,5-1 2,0-1 1,0 2-3,0-1 3,0-1 4,3 2-2,-3-3 1,2 1-1,1-2 2,1 0-7,-1 1 0,0-1 0,0 1 1,1-1 2,-1-1 1,3 2 13,-2-2-12,2 0-3,1 2-8,-1 0 6,0 1-3,0-2-4,-2 1 10,3-1-6,0 1 3,1 0-4,-4 2-1,0-2-10,-1 1 12,4-2-8,-4 2 1,2 0-5,-4 0 7,1 0 4,-2 0-7,1 0 3,0 0-4,0-1 7,-1 1 5,0 0-11,0 0-7,-1 0 6,1 1-8,-4-1 4,4 0-5,-4 0 11,-3 1-7,3 2 3,-1-3 5,-1 0-13,2 0 15,-1 3-10,0-3 10,6 1-5,-7 0 1,2 0 0,4-1-5,-7-1-3,2 2 3,6-1-4,-8 0 8,2 0-4,-1 1 0,-1-2 6,-1 1-3,1 0-4,0 1 2,-4 0 7,1 0-2,2-1-6,-3 1-4,0-1 0,0 2-9,-2-1 14,3 0 11,-4 1-12,2-2 3,-1 2 1,-1-1-5,-7-1 6,14 3-2,-4-2-1,-7 0-1,8 0-4,-5 1 0,-6-2 8,7 2-3,0 0 4,-7-2-2,10 2-6,-10-2 5,8 2-3,-8-2-2,7 3 3,-7-3-1,0 0 1,9 1 3,-9-1-5,4 1 3,-4-1-5,0 0-3,0 0 4,9 1 1,-9-1-6,0 0-8,0 0-5,4 3-10,-4-3-9,0 0-8,0 0-13,0 0-17,0 0-22,0 0-61,0 0-173,0 0 77</inkml:trace>
  <inkml:trace contextRef="#ctx0" brushRef="#br0" timeOffset="147723.1866">474 9369 65,'0'0'65,"0"0"-4,0 0 1,0 0 2,0 0 3,0 0-14,0 0-3,0 0 9,0 0-12,0 0 2,0 0 1,0 0-1,0 0 4,0 0-4,0 0-7,0 0-10,0 0 3,0 0-8,0 0-8,0 0 0,0 0 5,0 0-7,0 0-6,0 0 2,0 0 3,0 0-2,0 0-7,0 0-1,0 0-2,0 0 18,0 0-10,0 0 2,0 0 1,0 0-7,0 0-5,0 0-1,31 20 5,-20-19 10,2 1-7,3-1 0,-1 0 4,1-1 4,6 0-10,-1 2 7,2-2 4,-2 0 1,4 3-15,-1-4 7,-1 0 1,-1 2-4,5-3-1,-3 1 7,1 1-8,1 1 6,0-1-4,1-1-1,1 1-3,9 0-1,-10 0 5,-2-1-7,2 1 3,0 0 2,-2 0 1,5 1-7,-2-2 10,1 0-10,-2 0 4,4-1 4,-3 2-2,3 2 0,-1-2-2,-1 1-2,0 0-3,0 0 4,-1 0-2,0 1 2,1-1 3,-3 0-6,1 2 8,1-1-8,-2-1 2,-1 1 1,2 0-1,-2 1-4,1-1 1,-4-1-3,2 0 9,1 1-6,-1 0 3,-4 0-3,1-2 4,2 2 3,-8 0-4,2-2 0,0 1-5,0 0 2,4-1 10,-4 2-10,-3 0 3,2-1-1,-1 0 1,-1 0-6,0-2 5,-3 1-3,2 3 3,-2-3-7,1 1 7,-4-1 0,3 2-4,-2-1 5,2-1-1,-4 2-5,2-2 1,-1 0-2,-8 0 11,16 0-8,-8 0 2,-1 0-11,0 0 2,-7 0 5,11 2-4,-11-2 0,10 2-3,-10-2-8,11 0 5,-11 0-4,9 2 7,-9-2-2,8 2-2,-8-2 3,6 2-4,-6-2-1,6 2-4,-6-2-11,0 0 1,8 0-11,-8 0-6,0 0 0,0 0 11,0 0-24,7 1-10,-7-1-7,0 0-14,0 0-57,0 0-160,0 0 71</inkml:trace>
  <inkml:trace contextRef="#ctx0" brushRef="#br0" timeOffset="148476.3221">505 8459 14,'0'0'69,"0"0"2,0 0-14,0 0 11,0 0-7,0 0 4,0 0-14,0 0-5,0 0-5,0 0-7,0 0-5,0 0 4,0 0-5,0 0-8,0 0 2,0 0-2,0 0 10,0 0-14,0 0-6,0 0-1,0 0-4,0 0 2,0 0 3,0 0-4,16 6 6,-11-6-9,0 1 7,2 0-2,-2 1-17,2-1-6,3 0-9,-3-1-1,2 0-11,-1 2-8,0-4-14,2 2-50,-3 0-116,-1 2 52</inkml:trace>
  <inkml:trace contextRef="#ctx0" brushRef="#br0" timeOffset="149258.0057">632 8271 28,'0'0'95,"0"0"-7,0 0-7,-6 4-3,2 0-4,1 3-1,0 0 0,2-1-8,-2 2-7,3 0 6,-3 0-11,3-1 15,3 3-18,-3-2-5,3 0-3,-2 0-7,2-1-2,3-1-1,-5 0-7,6-2 0,-4 1 0,3 0 1,-2-3-7,2 1-4,-1-2 1,2 1 3,0-5-9,0 2 3,0-2-3,0 0 7,-1-5-4,1 2 2,0-2-6,0 1-4,-3-5 5,-1 4 2,2 0 0,-4 0-5,0-1-1,-2-1 3,-2 0-3,2 1 6,-2-2 2,-1 1 10,1 1-2,-1 1 4,-1 0 10,-2 0-9,2 1 3,-2 2-2,1-2-1,-1 2 1,1 2-3,-1 1-3,0 0-1,3 1-4,-3 2-2,3-1-4,-2 2-4,3 2-14,-4 0-5,3 5-15,1-1-5,-1 3-13,1 0-24,3 3-6,-3-1-20,3 5-4,6 2-10,-2-1-13,-1-2-72,4 2-209,-3 3 93</inkml:trace>
  <inkml:trace contextRef="#ctx0" brushRef="#br0" timeOffset="149743.0042">584 8779 94,'0'7'117,"-3"0"0,3 0-14,-1 0-5,1 1-1,1 0-8,-1 0-9,2-1-12,-1 0 5,3-1-12,-1 2-8,1-2-4,-1-2 0,4 2-9,-3-3 3,3-1-7,3 2-2,-3-4 2,2 0-8,-1-2 0,1 0-7,1-1 7,-2-4-3,2 2-8,-2-1 2,2-2 3,-3-2-6,0 2 8,-1-1-1,-3 1 4,1-1 16,-3-1-7,-1 1 12,-2-2-1,-3 1 0,2 4 9,-1-3 3,-3 2-7,0 1-3,0 1-7,0 1-5,-3 0-1,3 1-7,-1 1-4,-1 2-2,1 2-4,-1 0-4,2 3-13,0 0-12,0 2-13,0 4-21,4 1-14,-4 0-20,5 1-15,0 1-7,2 0-20,0 0-14,4 1-14,-4 6-98,3-1-266,1 1 118</inkml:trace>
  <inkml:trace contextRef="#ctx0" brushRef="#br0" timeOffset="150228.3506">602 9219 90,'-4'5'127,"4"0"1,0-1-6,-3 3-15,3-4-10,0 4-10,3-3-1,-3-1-11,0 4-8,4-3-12,-4 0 2,7 1-1,-4-3-8,0 2-3,1-3-4,-1 3-5,4-3 0,-3 0-2,2 0-8,0-2-2,-1 0 2,-1 0-4,2-1-2,0-3 1,-1 1-3,0 0 3,0-2 6,-2-1-2,1 1-1,-1-2 11,-2 2 6,-1-2 1,0 2 2,-1-3-1,-2 2 1,-1 0 8,0 2 2,-5-2-9,4 1-1,-5-1 1,3 2-3,-2 2-5,2 2-4,0 1 0,-3 0-5,6 0-4,-3 4-6,7-4-4,-15 9-7,15-9-12,-12 14-14,8-6-16,4-8-27,-10 23-15,10-9-14,-1-2-25,1 2-22,1-1-7,2 1-22,1 4-86,-4 1-275,5-1 122</inkml:trace>
  <inkml:trace contextRef="#ctx0" brushRef="#br0" timeOffset="150766.3855">559 9704 126,'-5'20'158,"3"-8"-3,0 3-12,4-1-7,-1-2-13,2-4-11,-2-1-12,4 5-7,-1 0-16,0-5-3,0 2-7,2-3-5,-1 2-5,2-2-7,1-3-3,1 1-7,-3-3-4,1 0 2,4-1-3,-4-1-6,3-1 0,-1-2-1,-1-3-5,2 1-3,-3-4 0,0-2 4,-1 4-1,-2 0-3,0-4 4,-2 3 8,0 0-6,-3-3 3,0 2 6,-2 1-1,0-2-2,-3 2 4,2 1 11,-6 0 0,2-2-6,-1 1 8,2 4 3,-1 0 0,-1 2-9,2 0-5,0-1 1,-3 4-4,3 0-11,7 0-2,0 0-4,0 0-10,-31 14-9,24-8-18,7-6-16,-11 18-20,5-6-14,2 0-15,0 3-16,4 0-23,0 3-18,0-4-17,4 4-13,-1 3-121,1 1-317,-1-3 140</inkml:trace>
  <inkml:trace contextRef="#ctx0" brushRef="#br0" timeOffset="151603.1105">557 10419 106,'0'0'123,"0"3"-1,0-3-19,0 0-6,0 0-12,0 0-7,0 0-4,0 0-4,0 0-1,0 0-8,0 0-5,14-6-8,-9 2-3,-1 2 4,4-5-2,-4 3-9,2-2-3,1-2-1,-3 2 0,2-2-6,1-1-2,-3 3 3,-1-1-7,1 2 3,-1-1 2,1 1-7,-2-1-5,-1 3 4,-1-2-8,3 1 5,-3 1 4,0 1 2,0 2 1,0 0-3,0 0-7,0 0 3,0 0-1,0 0-5,3 14 0,-3-4 0,1-1-1,-1 4-4,0 0 3,2 1 1,-2-2-4,1 3 2,0-3-2,2 1 2,-1 1-4,-1-6 2,-1 1 0,3-1-1,-2 0 1,-1-2-1,0-1 1,0-1 5,0 0 0,2 1-4,-2-3 11,-2 1 8,2-3 3,-2 4 3,0-3 8,2-1 4,-4 3 5,4-3 3,-4 1 1,4-1-4,0 0-2,-6 1-4,6-1-5,-3 0 1,3 0-11,0 0-6,0 0-3,0 0-9,0 0-18,-3 2-13,3-2-14,0 0-13,0 0-22,6 5-17,1-4-21,-3-1-34,1 1-20,0 1-140,4-1-327,-4 3 146</inkml:trace>
  <inkml:trace contextRef="#ctx0" brushRef="#br0" timeOffset="152228.316">574 10850 104,'0'0'92,"0"0"-4,0 0-9,0 0-5,0 0 4,0 0 9,10-7-5,-6 5-3,-1-1-8,4 0-4,-3-2-10,3 0-8,-4 0-2,4 0-6,-4 0 0,4-1-6,-3 3-2,-1-4-6,1 4-3,-1 1-1,0-1-1,0 1-9,-2 0 7,-1 2-3,4-3-5,-4 3 1,3-1-2,-3 1-1,0 0 1,0 0 1,2 9-1,-4-5-3,2 2-2,0 0 2,0 2-2,-1-1 1,1 2 4,-2-1-12,1 0 5,2 1-3,-1-1 1,2 1 2,-2-1-1,1-1-3,-1 0-5,-1 3 2,2-2 4,-1-1 9,0 3-12,0-6-5,-1 2 7,1-2 0,-3-1 3,2 0-5,-1 2 4,-2-2 4,4 1 9,-3-1 13,2-2 13,-1 3 8,-2-3 12,4-1 1,-1 2 2,1-2 2,-2 2-4,2-2 2,-4 2-9,4-2-1,0 0-5,0 0-15,0 0 2,0 0-8,0 0-3,0 0-4,0 0-4,0 0-8,0 0-10,0 0-10,7 2-23,-7-2-19,9 2-23,-4-2-26,1-1-15,0 2-22,2 0-11,0-1-126,1 3-297,-1-1 133</inkml:trace>
  <inkml:trace contextRef="#ctx0" brushRef="#br0" timeOffset="152939.4498">581 11376 102,'-1'4'106,"1"-4"-6,1 1-20,-1-1-7,0 0 2,7 0-8,-7 0-4,7-3-11,-7 0 0,3-1-9,1 1-6,1-4 1,0 1-9,-1 0 2,2-1-4,-2 0 6,-1 1-24,1-1 13,-1 4-3,-3-1 3,4 1-10,-4 0 0,3 0 4,-1 2-5,-2 1-2,0 0 9,1-2-6,-1 2-5,0 0 3,0 0 0,0 11 3,0-6 11,0 2-8,0 0 3,0 3-3,0 1-4,0-3-3,0 4 6,-1-3-12,1 3 8,0-3-6,-2 3 0,2-1 1,0-2 1,0 0-4,0 1 16,0-3-11,0 0-9,0-2 7,0 2-2,0-5-2,0 2-11,0 2 12,0-3 0,0-3 17,0 6-12,0-2 0,0-3 8,0 2 12,0-3 11,0 4 6,0-4 5,0 0 1,-1 3 4,1-3 2,0 0 2,-6 1 0,6-1-3,0 0-2,0 0-4,-7 2-5,7-2-4,0 0-6,0 0-6,-3 0-3,3 0-1,0 0-7,0 0 0,0 0-12,0 0-12,0 0-10,0 3-10,0-3-19,0 0-19,0 0-15,9 3-22,-9-3-26,8 0-20,-2 1-134,-1 2-304,1-3 135</inkml:trace>
  <inkml:trace contextRef="#ctx0" brushRef="#br0" timeOffset="153652.1999">528 11946 27,'4'0'106,"0"1"0,0 0-13,-4-1-3,9-2-7,-5 1-7,2-1-7,-1 0-7,0-3-4,2-1-3,-2 0-8,2 1-2,-4-3-5,4 0-5,-3 3-1,-1-2-3,1 1-9,-1 1 1,0-1-3,-3 3 1,0 0-2,4-3 4,-4 3-6,0 2 0,3-2 3,-3 3 5,0-3-3,0 3-5,0 0 3,0 0 0,0 0-5,0 0 6,0 0-4,0 12-3,0-4 1,0-1-4,0 1-6,3 1 4,-3 0-1,1 0 2,-1 1-3,0 0 1,0-1 0,0 1-1,0-2-2,0 1 0,0-1 1,0 0 3,0 1 9,-1-3 3,1 2 4,-3-3 0,3 2 4,-3-1 0,0-1 10,2 0 8,-2-1-7,3 0 4,0 0-1,-3 0-1,3-2 1,0-2 2,-4 3-6,4-1 0,0-2-9,0 4 0,-3-3-6,3-1-2,0 0 4,0 0-9,0 0 1,0 0-6,0 0 3,7 3-7,-7-3 2,6 2-1,-2-2-3,-4 0-11,7 0-15,-4 1-10,4-3-29,-1 1-16,-2-1-22,4 0-21,0-1-27,-1 0-22,-2 1-100,1 1-290,-1-1 128</inkml:trace>
  <inkml:trace contextRef="#ctx0" brushRef="#br0" timeOffset="154559.6574">1049 8286 114,'-3'6'118,"2"1"-5,-1 0 6,2 0-12,-1 1-2,1 1-3,0 1-10,1 2-8,1-4-2,-1 3-7,3-3-7,-1 0-11,1 1-2,-1-3-2,1 1-12,-1-1 1,1 0-3,2-1-5,-2-1 3,3-1-6,-4-1-2,4 1 0,-3-3-6,2 0 4,-2 0-7,3-2-1,-4 0-3,4-2 0,0-1 0,0-1-2,0-1 2,-1 0-4,0-3 2,-1 0 0,-1 2 10,-1-4-7,0 3 6,0-3 1,-5 1 3,4-1 1,-5 0 3,0 1 2,-1-1-1,-2 4 6,1 1-7,-1-2-4,-2 1 12,1 1 0,1 2 1,-1 1-4,-3-2-4,3 3-3,4 2-4,-4-1 0,0 2-9,-1 0-2,2 2 0,0-1-3,-2 4-13,1 3-12,-2 1-19,2 2-7,2 2-15,-1 1-18,1 4-21,0 1-21,2-5-19,2 5-21,1 1-11,1-1-103,1 3-289,-1-3 129</inkml:trace>
  <inkml:trace contextRef="#ctx0" brushRef="#br0" timeOffset="155018.9173">1022 8814 22,'0'10'132,"0"-3"-8,-1 2-9,2-1-11,-1 0 3,4 1-15,-1-4-13,0 3-2,0-2-5,0-1-9,2 0-2,-2 0-7,3-2-10,-1-1 1,0 0-3,2 0-3,0 0 1,-2-2-7,5-1 1,-3-1 1,0-1-2,0-1 3,0 0-6,0-3 3,0 0 1,0-1-4,-1-1 3,0-1 0,-2 1 5,0-1 8,0 0 7,-2 1 3,-1-3 2,-2 3-4,-2-1-6,-1-2 1,-2 3 4,2 3-3,-2-2-6,3 0 5,-4 4 5,0-1 2,0 3-12,3-1-5,-6 2-4,3 1-4,-3 0-5,3 4-6,3-2-1,-4 2-24,1 1-12,1 4-17,0 2-19,-1 1-18,3-1-23,1 3-20,0-1-12,3 0-11,0 2-17,2 5-13,-1-2-104,1 3-295,0-7 131</inkml:trace>
  <inkml:trace contextRef="#ctx0" brushRef="#br0" timeOffset="155666.342">1024 9329 37,'0'0'113,"0"0"-8,7-10-14,-3 4-6,-1 0-7,2-1 1,-1-1-15,2-2-4,-2 1-7,1 0-8,0 1 0,1 2-8,-2-2 2,0 0-10,-1 1-6,1-1 4,-1 3-4,1 2 2,-4-3 3,3 3 0,-3 3 5,3-3-1,-3 3-7,0 0-5,0 0 3,0 0-1,0 0 1,0 13 5,-3-4-11,3 0 1,0 3 3,0 2 1,0-4 3,0 1-12,0 3 3,0-2-4,0 0 5,0-4-6,0 1-5,0-2 5,0-1-1,0 0-3,0-1 1,3 1-5,-2-4 8,-1 2 17,0-1 9,0 0 19,0 0 6,0-3 0,0 0 2,-4 3 4,4-3 8,0 0-7,0 0-5,0 0-2,-10 0-7,10 0-3,0 0-9,-5 0-7,5 0-4,0 0-18,0 0-19,-2 1-29,2-1-16,0 0-28,0 0-29,0 0-7,0 0-23,10 5-18,-6-2-17,3 2-91,-4-2-285,0 1 127</inkml:trace>
  <inkml:trace contextRef="#ctx0" brushRef="#br0" timeOffset="156217.8618">1022 9740 90,'0'0'112,"0"0"-10,0 0-6,0 0-6,0 0-8,0 0-13,0 0 3,0 0 7,0 0 0,10-9-8,-6 3 0,0 0-9,-1 3-10,4-7 2,-4 6-9,3-4-1,-1 0-11,0 1-2,-3 1-2,3-2-2,-3 2-1,1-1-7,0 3 1,-2 0 0,2 1-2,0 0-3,-3 3-5,0-3-2,0 3-1,0 0-1,0 0-2,0 0-1,0 0 2,0 13-1,0-5 3,-3 3-4,0 1 3,2 1 0,-2-1 3,3 2-2,0 0-7,-3 0 4,2-3 4,1 2-3,-1-4-4,1 2 4,0-2-1,-2 0-2,2-1-1,0 0-3,-1-1 8,-1-1-5,2 1 4,0-4 0,0 2 7,-2-1 9,2-2 11,-2 0 13,2-2 11,-3 4 4,3-2 11,-4 0 3,4-2-3,-1 2 1,1-2-8,0 0-3,-2 3-6,2-3-8,0 0-4,-3 2-7,3-2-5,0 0-2,0 0-9,0 0-10,0 0-9,0 0-18,0 0-9,0 0-22,0 0-28,17 0-20,-11-2-30,-6 2-24,14 0-20,-7-2-137,3 4-332,0-2 146</inkml:trace>
  <inkml:trace contextRef="#ctx0" brushRef="#br0" timeOffset="156827.1116">987 10452 95,'-2'4'138,"2"4"-12,2-2-9,-1 4-12,-1-2-7,3 1-12,-1-2-2,0 1-10,4-1-13,-3-1 9,1-1-16,0 0-4,0-3 1,2 0-7,0-1-11,2-1 2,1-1-5,-1-1 3,-1-3-4,4 1-6,-5-3 4,5-2 0,-4-1-1,0 1 0,-1-2 6,-2 3 17,-1-1-8,1 0 4,-4-6 11,0 8-1,0-3 6,-4 1 5,4 2-3,-3-2-7,-4-2 4,0 4 8,0 1 3,0-1-3,0 1-6,-1 2 1,-1 2-1,1 1-6,-1 3-3,2-2-13,-1 1-5,-1 2-3,2 2-4,0 0-3,0 1-14,2 2-9,-1 0-15,0 3-21,1 1-17,0-1-24,4 4-32,-2 0-19,3-2-38,4 1-21,-1 6-157,0 1-369,1-7 163</inkml:trace>
  <inkml:trace contextRef="#ctx0" brushRef="#br0" timeOffset="157427.6182">1060 10889 30,'-6'3'156,"4"1"-5,0 1-6,-2-1-13,1 2-5,2 1-11,-1 1-6,2 1-7,-1-1-11,2-2-9,-1 2-8,2-1-2,1 2-11,-2-1-3,0-1-4,2 0-5,1-3-7,-1 0-2,4 1-9,-2-2-4,0 0 2,2-3-5,0 0-1,0 0-2,3-2 2,-3 0-8,0-3 3,3 1 0,-4-2-4,2-4-1,-2 4-2,-2-2 3,0 1-3,-1-3-3,0 1 13,0 2 8,-3-3 9,0 2 5,-2-1 7,1 1-3,-3 2 4,1-2-4,-3 2-2,-1-1-6,0 0 2,0 2 2,0 2-2,-3 0-5,0-1-4,3 4-3,-4 0-3,4 0-6,-3 1-4,3 0-15,-1 4-14,1 0-17,0 2-20,-2 3-22,2 0-13,1 2-33,4-1-11,-1 3-33,1 1-12,1 1-146,1 6-345,-1-2 153</inkml:trace>
  <inkml:trace contextRef="#ctx0" brushRef="#br0" timeOffset="158049.7271">967 11463 67,'0'0'113,"0"0"-11,0 0-4,0 0-10,3-4-12,-3 4-9,4 0 3,-4 0 2,3-4-7,1 0-5,2 0-1,-2-2-3,0 0-5,2 1-12,0-1 1,-1-2-9,-2 2 8,3 0-6,-2-1-2,0 0-7,-2 2-5,0 1-7,0 1 5,-1 0 5,1 0-8,-2 3 9,2-2-9,-2 2-3,0 0 3,0 0-8,0 0 0,0 0-4,3 9-5,-3-2 12,0 2-4,0 0-2,3 3-2,-3 2 1,4-1 0,-2-1 1,0 1-3,1 0-1,0 0 5,0-1-9,-2 0 3,2 0-6,-3-3 0,2-2 8,0 1-2,-2-1 3,0 0 0,-2 0 7,0-3 14,2 2 11,0-2 13,-1-1 3,-2 0 10,0-1 9,2 1 8,-2-2 10,-1 1-2,1 0 3,1 1-1,2-3-5,-2 1-1,2-1-10,0 0-5,-3 2-9,3-2-10,-2 2-4,2-2-4,0 0-3,0 0-14,0 0-14,0 0-13,0 0-4,0 0-10,0 0-28,12 0-26,-8 0-24,-4 0-33,15 0-17,-9 0-30,5 0-152,-1 2-356,3 1 157</inkml:trace>
  <inkml:trace contextRef="#ctx0" brushRef="#br0" timeOffset="158667.4186">953 11976 73,'3'4'124,"-2"-2"-6,1 0-14,-1-1-11,-1-1-9,6 3-4,-5-2-10,-1-1-6,10-3-4,-6 1-9,0-2-2,4-1-1,0 0-8,-4-3-5,3 2 0,-3-2 0,2 2-6,-2-2-5,-1 3 3,3-1-9,-2 2 6,-3 0-8,2 2 4,0-1-1,-3 3-2,3-5-3,-2 3 3,-1 2-3,0 0 5,0 0-4,0 0-4,0 12 4,0-4-2,0-1-5,0 4 1,0 0 0,0 0-1,0 1-4,0 2 3,-1-2-5,2 3 6,1-3-4,-1 0 2,2 1-3,-3-6-2,0 4 3,1-3-1,-1 0 0,-1 1 0,1-4 5,0 1 7,-2-2 9,1 1 21,0 0 12,-1 0 8,-2-1 9,4-1 3,-3 0 0,2-1-3,1 0-1,0-2-6,-4 3-6,4-3-9,-2 3-7,2-3-4,-3 1-5,3-1-4,0 0-4,0 0-5,0 0-4,0 0-13,0 4-9,0-4-5,0 0-14,0 0-20,0 0-11,13-7-27,-7 7-30,2-4-27,1 0-26,-1 2-21,-1-2-109,0 0-316,0 1 140</inkml:trace>
  <inkml:trace contextRef="#ctx0" brushRef="#br0" timeOffset="159601.0016">1564 8261 105,'-2'4'118,"0"2"1,1-3-16,-1 4-5,0-2-14,2 4 10,-2-3-10,2 4-7,0-3-9,2 2 4,0 0-4,1-2-3,1 0-4,-1-1 1,1 2-21,1-3 5,0 3-9,2-4-6,-1 3 3,-2-3-4,2 0-3,-2-2-4,2 0 2,-1 1-9,-2-1 6,4-2-2,-1 0-4,-2-2 2,2 0-2,-1-1 5,1-3-8,0 1-1,-1-3-7,-2 2 6,1-3-2,-2 1 10,0 0-7,0 0 9,-2-2-4,1 1 5,-2-1 11,-2 2 3,0 0-3,-1 0-4,-2 0-1,2 0-1,-1 2 9,-1-1 1,0 1-6,-1 2 1,0 0 8,0 1-7,3 0-2,-2 3 12,-1 0-3,3-1-10,-2 3 4,-1 3-15,0 0-7,0 2-12,0 2-22,2 1-21,0 3-10,1 0-18,1-1-19,3 2-19,-1 4-21,4-4-19,2 6-13,-5-4-108,5 1-292,0 3 130</inkml:trace>
  <inkml:trace contextRef="#ctx0" brushRef="#br0" timeOffset="160155.2744">1560 8781 10,'-3'4'126,"3"-4"-13,0 2-5,0-2-2,0 0-12,0 0-5,0 0 10,0 0-12,3 3 2,-3-3 4,0 0 3,0 0-3,10-3-9,-6 0-6,-1-1-1,1-1-10,3-3-6,-1 2-6,-2-6-3,2 5-8,-2-2-1,0 1-6,-1-1 0,1 2-5,-1-1-5,0 3 3,-2 1-3,1 0-4,-1 1 3,-1 1-7,0 2 3,3-3-8,-3 3-3,0 0 0,0 0-5,0 0-1,0 0-2,-6 17 3,2-6-3,0 2 0,1 1-1,2 0-4,-1 1 2,4 0-7,-4 3-6,2-2 2,3-3 2,0 0-1,-2-1-4,2 2-3,0-4 8,-2-3-1,2 2 3,-3-4-2,2 1 3,-1-4-1,-1 4 6,1-3 10,-1 0 13,0 1 20,2-2 4,-2-2 4,0 0 7,-4 2 14,4-2 11,-3 2-2,3-2-4,0 0-3,-6 0-4,6 0-8,0 0-8,-7 0-7,7 0-2,0 0-5,0 0-11,0 0-18,0 0-25,0 0-26,0 0-14,0 3-21,0-3-28,0 0-6,6 6-25,-2-4-23,0 1-19,3 1-11,0 2-125,0 0-339,0 1 151</inkml:trace>
  <inkml:trace contextRef="#ctx0" brushRef="#br0" timeOffset="160824.4057">1539 9269 11,'0'3'139,"-1"0"1,-1 0-9,2 2-4,-3-2-5,2 0 2,-2 0-9,3 1-1,-1-1-8,1-1-9,0-2-8,-2 5-11,2-5-7,0 4-9,0-4-7,-1 1 1,1-1-8,0 0-2,0 0 1,0 0-9,0 0-2,-3 4-7,3-4-2,0 0-1,0 0-3,0 2-2,0-2-6,0 0 2,0 0-3,0 0 0,0 0 0,0 0-3,0 0 1,0 0-4,0 0-3,0 0 1,0 0 0,0 0-1,0 0 1,2 3-3,-2-3 1,2 3-2,0-1 0,-2-2 2,1 2-3,2 0 0,-2 0 3,2 0-2,0-1 3,1 0-1,-4-1-2,6 3-1,-2-2 2,0 0-2,-4-1 5,7-3-1,-1 1 2,-2 1-3,3-2-1,-4-1 2,4 0-2,0-2 0,-1 0 4,-2 0-4,3-2 2,-3 1-2,2-1 2,-2 0-2,-1 2 0,1-2 1,-2 1 1,-2-4-1,1 2 4,-1 0 0,-3-2 6,2 2-4,-2 0-1,-1 3 13,-2 0-1,2-1 4,0 3 3,-2-2-4,0 4 4,2 0-4,-3 0-4,0 1 2,0 2-9,0 1 3,1 3-7,-1 4-5,-1-1-6,2-1-19,-2 3-16,4-2-25,-1 0-16,1 6-15,1-1-21,3-1-23,0 0-11,0 1-20,0 0-112,2 1-301,-2-2 134</inkml:trace>
  <inkml:trace contextRef="#ctx0" brushRef="#br0" timeOffset="161440.0372">1453 9736 5,'0'0'131,"0"0"-13,0 0-10,0 0-12,0 0-8,0 0-1,0 0 1,0 0 8,0 0-12,11-5-3,-6 1-5,0-3-7,-1 0-7,1 1-2,0 0-5,0-1-5,0 0-5,-1 0 3,1 0-5,-1 1-15,0 1 2,-3 1-3,2-1-3,-1 2 0,-1 1-3,1-2-1,-1 1-4,0 1-6,-1 2 1,0 0-3,0 0 0,0 0-4,0 0 3,2 12-1,-4-4-5,2 0 2,-1 2-2,0 4 2,-1-1-1,2 0-1,0 3-3,0-2-2,0 4-9,2-4 3,-2-1-6,1 1 5,-1-1-5,1-1 1,-1 0 4,0-5-3,0 3 4,0-3 0,0-4 4,0 1 15,0 1-16,0-1 8,0-1 25,0-1-3,0-2 17,-4 4 8,3-3 3,1-1 8,-6 1 0,6-1-5,0 0 3,-7-3 10,7 3 8,-3-1 2,3 1-1,0 0-1,0 0-9,0 0-7,-8 0-2,8 0-11,0 0-6,-2 3-2,2-3-3,0 0-13,0 0-13,0 0-9,0 0-7,0 0-6,0 0-16,0 0-31,0 0-24,17 1-21,-11 0-25,0 0-24,-1 0-28,4-1-153,-1 1-362,-2 1 161</inkml:trace>
  <inkml:trace contextRef="#ctx0" brushRef="#br0" timeOffset="162113.1309">1484 10380 35,'0'0'111,"0"0"-1,-6 6-6,6-1-1,-1 2-3,1-3-3,0 5 1,1-1-7,1 0-7,-1 2-4,2-3-7,-2 0-8,2-1-4,0 0-9,0-2-6,0 1 0,2 0-5,0-2-8,-1 0-2,0-1-2,2-1-1,-1-1-1,1-1-5,1-1-1,0-1 1,0-1 0,2-2-3,-2-2-1,0-2 0,1 2 6,-1-3 6,0 3 7,-7-1 2,7-4 11,-7 5 2,3-3 2,-6 2 2,3 0-1,-3 0-1,-1 0 11,1 4-2,-1-3-4,-3 2-5,4 2-4,-4 0-2,0 2-1,0-1-6,-1 2-4,2 1-8,-2 4-2,-1 0-6,4 0-4,-4 3-12,2 4-11,0 2-14,1-1-26,1 2-16,0 4-28,4-3-14,0 5-27,1-3-27,1 3-18,0 0-142,2 1-345,-3-3 152</inkml:trace>
  <inkml:trace contextRef="#ctx0" brushRef="#br0" timeOffset="162687.5547">1494 10909 98,'0'0'124,"8"-7"-16,-5 2-11,1 2-2,2-2-16,-2-2 4,1 0-14,0 0-2,-1-2-7,2 3-8,-2-3-7,-1 0-1,1 3-9,-1-1-4,3 1 3,-5 1 1,-1 0 2,0 1 9,2 1 1,0 1-3,-2-2-2,0 4-6,0 0-1,0 0 0,0 0 1,0 0-7,0 10-7,0-3-8,-2 2 6,2 4-6,-2 0-1,2 0-3,-1-2-3,1 2 2,1-1 1,-1 0-2,0-1 2,0 2-3,0-4 2,-1-1-4,1 1 0,-2-3 6,2 0-9,0-3 21,0 1 14,0 1 17,-2-4 13,2-1 3,-2 4 4,-1 0-1,2-2 6,1-2 0,-6 0-6,6 0-2,-3 1-4,3-1-9,0 0-4,0 0-4,-5 0-10,5 0-6,0 0-11,0 0-13,0 0-15,-4 3-19,4-3-25,0 0-22,0 0-14,0 0-11,0 0-24,8 2-27,-4-1-10,-4-1-29,10 1-117,-6 0-327,-1 2 144</inkml:trace>
  <inkml:trace contextRef="#ctx0" brushRef="#br0" timeOffset="163289.1469">1505 11404 113,'-3'5'154,"1"2"-11,-1 3-8,1 3-6,2 3-3,-1 2-10,-2 2-9,2-1-4,1-5-12,1 0-7,-1-1-7,4 0-10,-4-4-7,3 0-6,0 0-4,0-1-10,1 0 1,0-2-4,0 1-2,1-4-7,0 1-2,2-1-1,2-2-2,-1-2-1,-1-2-8,0-1 3,3-1 1,-3-3-5,0-1 1,3-3 1,-3 0-1,-4-1 3,4 0-6,-1 0 1,-2 2-2,-3-3 4,-1 5 2,0-5 5,0 1 9,-4 2 1,-3 0 9,4-1 2,-4 5 2,4 0 3,-4 1 2,0 1-9,0-1 0,0 2-8,-3 3-2,5 0-5,-2 2-2,-2 2-4,2 1-4,0 1-8,0 3-8,0 1-18,1 4-9,1 0-16,-1 5-24,1-4-16,2 1-34,1 4-21,1 2-15,2-2-24,1 2-118,1-1-320,-1 1 142</inkml:trace>
  <inkml:trace contextRef="#ctx0" brushRef="#br0" timeOffset="163999.0581">1459 12063 16,'11'-4'81,"-5"0"-13,-2 3-3,0-3-8,0-1-7,2-1-2,0-1 0,2-2-10,-4 0 10,3 1-10,-2 1-15,-3-2 10,4 4 7,-2-4-14,-2 1-1,-1 2-7,2 0-2,-2 1 3,1 0 9,-1 1 6,-1 4 14,1-4-9,-1 4-2,2-5 0,-2 5-3,0 0-1,0 0-3,0 0-5,0 0-5,0 0 10,-9 11-14,9-4 1,-1-1-1,1 3-10,0 0 9,-1 3-6,1 0-2,0 2-3,0-3 2,0 1-10,1 1 11,0-1 2,-1-3-10,3 0 1,-3-1-9,3 2 3,-3-4 3,0 1 3,0-1-4,0-2 0,1 1 8,-1-3-3,2 4 2,-4-2-1,2-4 2,-1 3 9,1-3 8,-3 6 16,2-5 9,-2 1 9,3 1 4,0-3-6,-6 1 9,6-1 6,-4 1 3,3 0 2,1-1-9,0 0-3,0 0-9,0 0-2,0 0-10,0 0-1,0 0-8,-9 0-3,9 0-4,0 0-11,0 0-7,0 0-1,0 0-12,0 0-17,0 0-17,0 0-17,0 0-19,23-2-15,-19 1-20,2-1-15,-1 0-10,2 1-16,-2-4-79,0 3-251,2-1 111</inkml:trace>
  <inkml:trace contextRef="#ctx0" brushRef="#br0" timeOffset="173590.5472">2132 8194 106,'-6'0'138,"6"0"-13,0 0 3,-5 5-11,3-1 2,-2-1-5,3 0-2,-5 4-7,5-3-3,-1 4-1,-2 0-16,1-2-4,0 7-4,-1-4-2,1-2-12,-1 4-2,4-4-6,-3 3-6,3-2-7,0 1-2,0 0-4,3-2-3,-3 1-4,0-1 0,3 0-7,-2-2 0,2 2-3,4 0-6,-4-2 9,1 0-8,-1-2 6,3 2-4,-1-1-5,0-1 3,-1-1-2,0 1-2,2 1-1,-1-2 0,0-2-1,0 0 2,-1 1-1,-4-1-1,9-1-3,-5-1 6,2-2-1,-4 2-3,3-1-1,-2 1-1,1-3 1,-1-1 1,1-1-4,0 2-5,0-2 8,-2 0-4,0 0 3,1-1-3,-3 0 3,2-1-3,-1 2 4,-2-1-6,2-1 3,-2 1 2,-1-1-1,2 2-2,-4-1-3,1 2 7,0-1-3,-1 0-1,1 0 5,-2 1-3,1 0-2,-2 2-1,0-1-5,2 2 9,0 1-3,-2 1 0,-1 1 2,2-1-4,-1 1 2,-3 0-3,2 1-2,0 2 4,-1 1-5,-2 0-2,4 0-10,-1 2-2,0 1-15,0-2-12,0 1-6,2 2-12,0-1-22,1 0-8,1 1-13,-1-1-11,3-1-15,-1 4-4,1-3-114,-1 1-271,2 0 121</inkml:trace>
  <inkml:trace contextRef="#ctx0" brushRef="#br0" timeOffset="175461.6176">2128 8734 30,'0'0'158,"0"0"4,-6-2 0,3 2-6,3 0-9,0 0-7,0 0-9,-7 3-12,7-3-2,-4 4-6,1-2-9,-1 0-7,1 4-5,0-3-9,-1 4-7,1 1-9,2 1-6,-2 0-5,0 2-7,0-2 1,2 1-9,1-1-4,-3 3-4,6-3-1,-3 1-5,0 0-1,4-1-3,-1 1-2,1-1-4,-1 2-1,1-4 0,-1 0-2,4 0-3,-1 0 2,0-2-3,-1 0-3,2 0 4,0-2-5,0 0 0,-2-1 1,3-1-1,-1 1 2,-1-2-3,-1 0 4,1 0-3,2-2 0,-1-1 0,-2 0 1,3-1 3,-2-2-3,-1 0 0,-2-3 0,4 2 1,-4-1-1,1-1 1,-1 0 4,1 1 3,-1-1 5,-3-1 2,0 3 6,3 0 2,-6-1 3,3 1 0,-3 0 7,3 0 3,-4 0-1,1 1 1,-4 0-6,2-1 1,-2 1 3,2 2-2,-3 0 2,1 1-2,1 1-4,-1 1-3,-3 0-1,2 0-2,1 1-6,-2 2-4,1-1-2,1 4-3,0-1-13,0 2-10,-2 0-20,4 1-16,-4 3-13,5-1-25,1 0-21,-4 3-23,4-1-20,0-2-14,3 1-23,-1 0-12,1 3-159,0-2-385,1-2 170</inkml:trace>
  <inkml:trace contextRef="#ctx0" brushRef="#br0" timeOffset="177693.0305">2050 9329 31,'0'0'128,"0"0"-6,0 0-21,0 0-2,0 0-7,7 0-1,-7 0-6,7-4-6,-4 2-9,0-2-7,4 0-4,-3 0-1,3-2-15,0 1 6,-1-1-3,-2-2-9,3 2-3,-1-1-4,-2 0 4,3-2-8,-1 5-1,-2-5-2,0 4-2,1-3 2,-3 6-8,1-4 3,0 2 2,-2 0-2,2 1 8,-3 0 4,3 0 4,-3 3 0,1-4 4,-1 3 0,0 1 5,0-5-2,0 5-1,0 0-9,0 0-2,0 0-2,0 0-5,0 0-3,-7 6-1,5-1 0,0 0-2,2 2-5,-3 1-3,2-1 4,0 2-4,-1 2-1,2-2 0,-1 1 0,2 1-2,-1 1-4,2 0 6,-1-1-6,0-1 8,1-1-8,1-2 0,-1 2 0,0-3 1,1 2-3,-1-3 1,1 2-3,-3-4 3,3 1-5,-2-1-3,1 1 3,-1-1 3,-1-1-3,0 0-2,0-2 5,2 4 5,-2-4-5,1 4 4,-1-4 3,0 0 2,-1 4 8,1-4 0,-3 0 5,3 0 7,0 0 0,0 0 4,-6 0 5,6 0 3,0 0 11,-7 1-6,7-1 6,0 0 1,0 0 3,0 0-1,0 0-2,-5-1-1,5 1-5,0 0-5,0 0-6,0 0-3,0 0-3,0 0-7,0 0 0,0 0-6,-5-2 0,5 2-5,0 0 1,0 0-7,0 0-12,0 0-7,0 0-11,0 0-11,0 0-19,16-1-14,-16 1-21,7-1-22,-7 1-32,4-1-2,0-1-22,-1 1-3,-3 1-22,4-1-99,-4 1-316,3-2 140</inkml:trace>
  <inkml:trace contextRef="#ctx0" brushRef="#br0" timeOffset="179368.1339">1995 9801 18,'0'0'155,"0"0"-3,0 0-13,-4 1-15,4-1-11,0 0-8,0 0-7,0 0-10,0 0-13,0 0-1,0 0-6,0 0-2,0 0-5,0 0-1,0 0-6,0 0 1,18-1-1,-13-1-14,0 0-1,1-1 1,1-1-6,-1-1-6,1-1 1,1 2-1,-1-2-5,3-2-2,-3-2 1,0 5-2,-3-3-6,3 2 3,-1 1-9,0-2 2,-5 4 2,6-4-2,-4 3 0,-2 2 0,2-2-3,0 1-3,-2 0 5,-1 3-6,3-2 6,-1 1-1,-2 1 4,1-2-11,-1 2 1,0 0 4,0 0-3,0 0-9,1 8 14,1-3-3,-4 3-2,1 0 0,1 1 6,0 4-6,-1 1-2,1-2 7,-2 1-2,4 1 1,-4-1 0,2 0-5,0 0 1,0-1-5,0-2 6,0-1-1,2 1 1,-1-2-5,0 1 3,1-1 0,-2-4-4,0 2 4,1 0 3,1-2-6,-1 0 2,-1 1-2,0-1-8,0-1 5,0-1 0,0-2 2,0 0 2,1 4 1,-1-4 3,0 4-2,0-4 3,-1 1-4,1-1 0,0 0 4,0 0 5,0 0 6,-7 0-4,7 0-2,0 0-3,-10 0 9,7-2-3,3 2 5,-7-2-1,7 2 4,-5-1 3,-1 0 5,6 1 2,0 0 4,-6 0-2,6 0 5,0 0-7,-7 1 2,7-1-4,0 0-4,0 0 0,-4-1-7,4 1 0,0 0-3,0 0-7,0 0 0,0 0 5,0 0-5,0 0-1,0 0-1,0 0-1,10 4 0,-6-3 1,-1 0-4,4-1 2,-1 3 1,-1-3-2,1 1 5,0-1-7,2 1-4,-1-1-9,2 1-5,-4-1-11,2 1-9,-3-1-18,2 0-8,-2 0-22,2 2-15,-2-2-13,0 0-3,-4 0-20,6 0-5,-6 0-10,7 0-15,-7 0-85,1 3-271,-1-3 120</inkml:trace>
  <inkml:trace contextRef="#ctx0" brushRef="#br0" timeOffset="191366.1158">2101 10467 61,'0'0'148,"0"0"-7,0 0-4,0 0-5,0 0-22,0 0-10,0 0-8,0 0-8,0 0-10,0 0-11,0 0-1,0 0-11,0 0 0,0 0-11,0 0-4,0 0 1,0 0 3,0 0-16,0 0-2,0 0-1,0 0-2,0 0-2,13-3-5,-13 3 6,0 0-8,5-1 0,-5 1-1,0 0-1,0 0 1,0 0-3,0 0 2,0 0 4,0 0-11,0 0 6,0 0 4,5-3-5,-5 3 0,0 0 4,0 0-3,0 0-4,0 0 1,0 0 1,0 0-5,0 0 6,0 0-2,0 0 3,0 0-1,0 0 8,0 0-2,0 0 7,-16 8-11,16-8 2,-3 5-2,2-1 4,-2-2-4,3 2-3,0-4 1,0 9 11,0-4-11,0 0 4,0 0-7,0-1 0,3 2 0,-2-2-2,2 1 6,1-2-9,-1 5 4,1-5-1,1 0 2,-1 1-11,-1-2 8,1 0 2,0 0 0,-4-2-1,7 1 4,-1-1-7,-6 0-1,8-1 6,-2-2-8,-2 1 2,0-5 1,2 4 4,-2-3 5,0-1-7,1-1 4,0 2-2,-2-4-1,0 3 1,0 0-1,-1 0 5,1-1-2,-1 1-2,-2-1 6,0 1 10,0 2 8,-2-3 4,-1 0 1,-1 3 7,0-2 10,0 0 2,-2-1 7,-1 4-2,0-1-5,0-1-3,0 4 6,0-2-1,-1 2-2,0-1-5,0 1-3,2 0-6,-2 2-2,1 0-4,1 3-4,-1 2-4,0 0-3,0 0-6,1 3-2,2-2-11,0 5-10,-4 0-14,3 0-13,3 2-18,0-3-16,-1 4-27,5-3-22,-2-2-11,1 1-7,3 1-20,-4-3-11,3 1-132,1 0-326,-1 0 145</inkml:trace>
  <inkml:trace contextRef="#ctx0" brushRef="#br0" timeOffset="193169.397">2074 11011 118,'0'0'112,"0"0"-16,0 0 0,0 0-14,0 0-9,0 0-12,0 0-11,0 0-3,0 0 0,0 0-11,0 0 5,7-7-7,-7 3-3,6-1-9,-5-1 11,2-1-7,4 1-14,-4-2 12,1-1-7,3-2 0,-2 0-3,-1 3-5,-1-1 0,2 2-4,-2-3 7,0 2 1,1 2 1,-1-1-4,-2 1-7,1 2 7,-1 0-2,-1 4 12,3-5-3,-3 5-1,1-2-1,-1 2-1,2-2 4,-2 2 2,0 0-7,0 0 6,-3 11 4,2-4 2,-1 0-3,-1 1 1,2 2-3,-1 2-2,1 0-5,1-2 1,0-2 3,0 2-8,0-2-3,0 2 4,0-1-4,0-2-1,0 2-11,1-1-3,1 1 0,-1-4-4,1 0-1,-1 0-6,1 1 6,-1-1-8,0-2-5,1 1 4,-1 0 3,-1-1 0,2 0 3,-1 0 3,-1-3 5,-1 4 18,1-2-12,0-2 7,-2 3 6,-1-2 13,3-1 6,-5 1 4,5-1-4,-7 2 13,7-2 6,-7 0 3,2 0 1,1 1-4,4-1 2,-5 1-3,5-1-3,0 0-3,-5 1-5,5-1-6,-4 2-5,4-2-2,0 0-3,0 0-1,0 0-7,0 0-1,0 0-5,0 0-9,0 2-11,0-2-19,0 0-7,6 3-23,-6-3-37,5 0-11,-5 0-18,7 0-6,-4 1-102,-3-1-256,0 0 113</inkml:trace>
  <inkml:trace contextRef="#ctx0" brushRef="#br0" timeOffset="194295.5981">2112 11515 70,'-8'1'175,"8"-1"0,-6 4-14,3-4-7,-1 4 3,0-2-17,-2 2-8,2 0-6,1 1-10,-1 4-5,1-1-15,0 4-9,-1-2-5,1-2-12,3 5-5,-2 0-7,2-4-7,2 2-7,-2-2-5,3-3-1,-1 3-6,0-3 2,1-2-11,0 2-2,1-2-1,3 0-5,-1-4-2,-2 4-10,3-4-2,-1 0-6,-2 0-2,6 0-6,-3-4 4,-3 1-1,3-1 0,0-1-3,-1-1 3,0 0-3,-1-1 4,1 0-3,-2-1 1,-1 0 2,0 0 1,-1-2 3,1 1-3,0 0 2,-3 0 0,0 0 4,0-1 7,-1 1-1,-1-3 11,-1 1 6,2 1 4,-3-2 9,1 4 5,0 1 1,0 0 8,-1 0-1,-1 0 8,0 3 0,1 0 1,1 3-4,-2-2-9,-1 3-4,0 1-3,1 3-4,-2 2-11,1 1-13,-4 2-19,6 4-17,-6-2-19,0 7-36,3 1-15,-3-1-35,6 0-33,-3-1-28,6 4-149,-4-2-373,4-1 165</inkml:trace>
  <inkml:trace contextRef="#ctx0" brushRef="#br0" timeOffset="195227.6038">2043 12116 61,'0'0'123,"0"0"-8,0 0-9,0 0-13,0 0-4,0 0-1,0 0-12,10-4-2,-10 4-9,4-5-5,-1 1 0,-1 0-4,0-2-7,4-1-4,-2 1 0,-1-2-8,1 0-4,-1-3-5,1 3-1,-4 0-1,3-1-3,1 2 0,-1 0-3,0 1-4,0-3 3,-3 6-1,1 1-1,1-4 2,-2 3-7,0 3 1,1-2 8,-1-1 10,0 3-5,0 0 4,0 0-5,0 0-3,0 0 1,0 0-5,0 9 4,0-3 0,0 0-4,0 2-2,0-3 0,0 3-2,0 1-3,0 0 2,0 1-4,3 0-2,-6-2 5,3 2-6,3-2-1,-3 2 3,0-1 0,-3 0-6,7-1 0,-4 1-2,0-1 0,0-3-5,2 2 4,-2-3-10,0 0-2,0 1 0,1-1-4,-1-1 3,0 2-5,0-3 2,0-2 7,3 3-2,-3-3 4,-1 5 4,-1-3 6,2-2 4,-3 3 6,3-3 1,-4 4 5,0-2 4,1 0 4,0-2 2,3 0-12,-7 1 6,4 0 5,3-1 0,-7 2 5,4 0 5,3-2 0,0 0 5,-4 2-1,4-2-2,-4 1-4,4-1-2,0 0-2,-3 2-3,3-2-3,0 0-4,0 0-5,0 0 1,0 0-8,0 0 6,0 0-8,0 0 1,0 0-1,0 0 1,0 0-4,0 0 0,14 0 2,-8 0 0,-2 0-1,-4 0-5,7 0-6,-1 0-4,-2-1-7,-4 1-3,9 1-8,-5-2-3,-4 1-10,5 0-8,-5 0-5,6 1-10,-6-1-7,4 0-15,-4 0-21,6 1-18,-6-1-8,0 0-13,0 0-109,0 0-274,4 0 121</inkml:trace>
  <inkml:trace contextRef="#ctx0" brushRef="#br0" timeOffset="202108.7449">416 3941 13,'0'0'42,"0"0"-1,0 0 3,0 0-7,0 0-3,0 0-6,0 0-3,0 0-1,0 0-8,0 0 5,0 0-4,0 0 1,0 0 2,0 0 2,10 33-1,-7-21 1,-1 1 0,0 0-14,1 0 2,1 1 5,-4 1 4,3 4-4,0 1-6,-2-3 9,2 4 2,0-1-9,1 3 4,-1-3-5,1 3 0,-1-2 5,-3 0-3,4 1 0,-1-1 4,0 1 0,0 0 4,-2-1-4,2 1-7,0-2 11,-2 2-14,-1 2 4,3-4-4,-2 2 7,2-3 2,-3 1-3,2 0-1,-2 0 5,1 1 0,-2-1-2,-1-2-7,4-2-13,-1 4 14,1-1-6,-1 1 11,0-1-8,1 1-1,-1-1 5,-1 0 1,2 0-5,0-4 1,0 0-5,-1-1 1,2 0 1,-2 0 3,1 0 5,-1 0-5,1-2-3,-2 3-5,2-3 8,0 2-4,-1 0 3,2-1-3,-3-1-2,4 0 4,-2 2-2,-1-1-1,3-1-7,-2 1 18,-1 1 3,2 0-5,1-2-4,-1 2 8,1-3-15,-2 3 4,-1-1 2,3-1-3,-4-1 8,3 3-18,-1-1 14,0-4 0,0 0 1,-1-1 1,-1 1-3,0 1 7,0-1-5,0-1 0,0 1 5,2-2-1,-4 1 11,4 2-10,-4-1-1,4 0 0,-2 0-4,2 0 6,-4 0-3,2 0 3,-2-1-4,2 1-4,-1-2 0,1 1 1,1-2-9,-1 1 6,-1-2 2,1 1 1,0 0 0,1 2 2,-2-3-8,1 2 0,-2-2 4,2 1 3,0 2-2,0-3-6,0 2 11,0 1-8,0 0-1,-2-2 7,2 2 1,-2-2-9,1-1-3,2 3 2,-1-2 5,-1 1 3,1-2-3,1 3-1,-2-5 0,1 3 2,1-2-4,-2 1 7,-1 3-10,2-5 1,0 2 4,0 1-3,0-3 0,0-3 3,0 0-8,-5 15 9,5-12 1,0-3-9,0 0 9,0 0 0,-6 18 2,6-18-5,0 0-1,-3 14 3,3-14-3,0 0 6,-5 11-2,5-11-3,0 0 1,0 0-6,-5 10 6,5-10 2,0 0 2,0 0-6,0 0 1,0 0-3,-2 11 3,2-11-3,0 0 7,0 0-7,0 0-2,0 0 9,-5 11-9,5-11 3,0 0 5,0 0-6,0 0 9,0 0-9,0 0 4,0 0 3,0 0-1,0 0 1,0 0-10,0 0 11,0 0-12,0 0 10,-1 13-3,1-13-4,0 0 4,0 0 1,0 0-1,0 0 2,0 0-3,0 0 2,0 0-6,0 0 6,0 0-1,0 0-7,0 0 1,0 0 9,0 0-3,0 0-3,0 0-4,0 0 6,0 0 6,8 3 0,-5-3 4,-1 1-10,2-1-2,0 2 11,2 0-3,-1-2 3,1 0 1,0 1 2,2-1-1,-1 1 3,2 0-3,0-2 1,-3 3 1,5 0-2,-1-3 1,0 1 0,0 0-2,0-1 1,0 0-2,-1 1 2,3 0 4,-2-1-6,-1 1-2,3-1 1,0 0 2,2 1-5,3-1 8,-7 1-1,0 0-6,4 0 4,0 1-2,-1-1 2,1-1-2,0 2-4,0-1 1,2-1 4,-1 1-3,-1-3-4,0 2 2,-1 0 1,1 1-3,0-2 2,-4 2 1,6 0-4,-1-2-1,2 0 5,-2 0 2,1 0-8,-1 2 2,2-2-1,-4 2-2,8 1 8,-4-2-5,4 3-2,-5-3 8,-2 1-4,1 1 1,2 1 1,-1-2-4,-1 0 3,6 0-1,-4 0 1,4-4-2,-1 4 6,-3-1 0,-2 2-4,1-2-2,-1 1-2,2-2 2,3 1 3,-3-1-4,3 2-3,-5 0 5,1 0-5,-1 0 3,1-2 0,5 0 1,-6 3-1,9-1 0,-3 0 4,-5-1-6,6-1 2,-2 1 3,3 0-1,-2 0-2,1-1 1,-1-1-3,-1-2 4,1 5 4,0 0-8,-4 0 4,6-2-2,-3 0-4,2 0 7,-1-1-3,0 3 1,2 1-1,-3-1-2,2 2 1,1-1 3,-1-1-6,-8 0 3,9 0 4,-3 0-7,-5 1 1,6 1-1,0 0 4,0-1-1,-1 3 4,1-4-5,0 0 4,-1 0-5,4-3-2,-3 2 6,0 1-3,3-1 3,-3 1 0,3 0-1,-4-2-2,4 2 6,-3 0-3,2-2 0,-1 1 0,-1-2-9,-1 2 8,1 0 1,-4 1 1,6-2-2,-4 1-2,2 0-6,-1-1 8,1 2-1,-4-2 2,4-2-8,2 3 9,-3-2 4,1 5-7,-6-4 4,8 2-6,-1 0 1,-3 0 3,-4 0 1,2 0-4,-3-1-1,9-1 3,-8 2-2,1 0-2,3-2-2,-2 1 4,4 1 3,-8-1-3,1 2 1,2-1 0,-1-1 1,-1 3 1,2-3-4,-4 1 5,1-1-2,1-1-7,0 2 3,-4 0-5,1-1-13,-1 0-3,-3 0-17,0-1-11,2 2-10,-9 0-20,12 0-25,-12 0-20,10 0-21,-10 0-98,0 0-263,0 0 117</inkml:trace>
  <inkml:trace contextRef="#ctx0" brushRef="#br0" timeOffset="204714.4035">502 4119 30,'0'0'90,"0"0"-5,0 0-6,0 0-12,0 0-7,0 0-1,0 0-9,0 0-7,0 0 10,0 0-7,17-3-4,-8 4 0,1-1 6,2 0-10,2 0 2,0 2-2,3 0 4,-3-2 0,9 4-9,-2-2-6,-1 0 6,2 0-2,-2-1-6,1 3 9,3-3-16,-3 3 0,3-3 5,-1 1 6,-1 1-7,2 0 1,0-1-2,-3 2 0,9-3-4,-5 3 7,-1-1-3,3-2-2,-2 2 3,3-1-3,-1-1-1,3 3 3,-2-1 0,0-1-4,2-1 0,-1 2 3,1 1-6,-1-4-6,1 4 3,-2-4 3,0 1 4,-1 1-6,3 0 4,-2 0-2,0-2 0,0 1-3,0 1 8,-1-5-6,4 3-2,-3 0-2,0 0-2,-1 0 2,1 0 0,-1 0-4,1 0 2,-2 0 1,2-1-3,-3-1 5,1 2-4,-1-1 0,-1 1-1,0 0 7,0-1-11,-2 1 1,4-1-2,-4 0 5,-1 1-2,3-1-1,0 0 3,-1 0 0,-1 0-1,1 0-1,-1-1-2,-1 2-1,2-2 3,-6 2 5,4-2-12,0 1 5,2 0 0,-2-3 1,-1 3-2,2-1 5,-2-1 0,1 0-6,-6 2 6,1-2-4,5 0-3,-5 1 3,6 0-1,-1-1-1,0 0 5,-1 1-2,1-3-1,0 4-1,-7-2 5,2 2-5,5 0 0,-3-3 6,-5 2-6,5 0 0,-2 1 8,-1-2-13,2 0 8,-1-1-2,-1 3-2,1 0 3,-1 0 1,6-3-3,-7 3-1,-1 0 0,1 1-1,-1-1 1,-3 0 3,2 0 4,-2 0-4,4 2-3,-1-5-1,0 6 2,-2-2-1,-3-2 3,2 1 1,0 1 0,1 0-2,-1 0-2,3 0 4,-5 1-1,1-2-6,1 4 9,0-2-9,-1-1 8,-9 0-2,17 0-13,-7 1 9,-1-2-2,-1 0 1,-8 1 6,13 0-6,-5 0 8,-8 0-4,11-2 1,-1 2-1,-3 2-3,0-2-1,-7 0 8,13-3-1,-6 2-4,-7 1 1,11-1 1,-5 0-3,-6 1 9,11-1-11,-11 1 6,10 1-3,-10-1 0,10-2 0,-10 2 0,7-1 1,-7 1 3,7 0-3,-7 0 1,0 0-3,9-1-1,-9 1 2,0 0 2,0 0-1,0 0 1,0 0-1,9 1 5,-9-1-14,0 0 6,5-4 5,-5 4-1,0 0-2,0 0-3,0 0 0,0 0-2,0 0 8,0 0-4,0 0 1,0 0 0,0 0 3,0 0 1,0 0-6,0 0 4,0 0 4,0 0 3,0 0 6,0 0-3,0 0 1,0 0 1,0 0-4,0 0-1,0 0-1,5 4 3,-5-4-1,0 0 0,0 0 8,0 0-7,0 0 5,0 0 1,0 0-5,0 0 3,0 0 1,0 0-6,0 0 3,0 0-7,0 0 7,0 0-4,0 0 4,0 0-5,0 0 2,0 0-2,0 0 1,0 0-5,0 0 7,0 0-7,0 0-3,0 0 1,0 0 4,0 0-5,0 0 1,0 0 0,0 0 1,0 0 0,0 0 1,0 0-3,0 0 2,0 0 0,0 0 0,0 0-3,0 0 3,0 0-2,7 0-2,-7 0 2,0 0 1,0 0-1,7-2 1,-7 2-4,0 0 3,7 0 1,-7 0-6,6-2 5,-6 2 1,7 0-2,-7 0-2,7-3 3,-7 3 1,0 0 1,4-1-3,-4 1 1,0 0 0,0 0 0,10 0-1,-10 0-2,0 0 0,0 0-2,0 0 6,0 0 1,7 0-4,-7 0 5,0 0-3,0 0 1,0 0-1,0 0 2,0 0-3,0 0 0,0 0 0,0 0 1,0 0-3,0 0 3,0 0-1,3 1 4,-3-1-8,0 0 6,0 0-3,0 0 1,0 0-1,0 0-2,0 0 3,0 0-1,0 0-1,0 7 5,0-7-2,0 0-2,0 0 7,-3 9-6,3-5 0,-1-2 5,-2 4-1,3-2-1,0 4-1,0 2-1,-3-1-1,3 0-4,0 0 4,-3-1 2,3 2 0,-1 2-1,-2 0 1,3 1 1,0 1 4,-3-1-7,3 1 2,-2 0 3,2 0-3,-2 0 1,2 3-2,0-4 0,0 4 1,-3-2 1,3 0-5,0 0 5,0-2-5,0 1 5,0 1-2,-3-2 0,6 3 5,-3-3-6,-3 0-2,6 7 2,-6-8-7,3 1 15,0 1-10,0 0 7,3 1-7,-3-1 9,0-1-2,0 0-4,3 2 8,-3-4-7,0 3 1,0-2-2,0 1-2,2 0 1,0 0-3,-2 1 6,0-2 1,0 0-4,0-3 0,3 4 2,-3-1-5,0 1 4,0 0 0,3-1 1,-2-4-1,-1 5 2,0-1-10,0 1 8,0-3 0,3-1 1,-3 2-5,0-1 4,0 2 1,3 0 0,-6-3-4,6 1 0,-3 2 4,0-4-2,0 1-1,0-1 4,0 2-1,0-2 8,3 0-11,-2 0 1,2 1 1,-3 1-2,0 0 4,0 0-4,0 0 1,3 1 1,-3 2-1,0-2-4,0-3 5,0 1-4,1-1 2,-1 4 1,0-4-1,0 1-3,3 0 0,-3 1 6,0-3-2,0 0 1,0 1-5,0-1 0,0 0 1,3 1 0,-3-4-2,0 3-1,1-1 1,1 1 2,-1-3 0,-1 1 0,0-5-2,0 10 6,3-4-6,-3 0 2,0-6-2,3 7 2,-2-2 1,-1-1 4,2 1-2,-1 0-3,-1-5 2,1 8-1,1-5 0,-2 3 2,0-6-1,1 7-5,1-4 2,-1 2 4,-1-5 1,1 6-3,1-1-1,-2-5 2,1 9 0,1-5 1,-2 0 3,1 2-5,0-2-2,-1-4 0,2 9 0,-1-4 3,2 1 2,-3-3-2,2 4-1,-2-3-1,0-4 2,2 11-4,-2-6 6,0-1-4,3 1 2,-3-5 0,2 7 2,-2-3-1,0-4-5,0 8 2,0-8 2,1 4-1,-1-4 2,0 6-1,0-6 2,1 4 0,-1-4 4,0 0-2,0 6-2,0-6-5,0 0 3,0 0-2,0 0 2,0 0 3,0 5-2,0-5 0,0 0-2,0 0 4,0 0-1,0 0-3,0 0-4,0 0 4,0 0 2,-1 4-6,1-4 5,0 0-2,0 0 3,0 6 4,0-6-7,0 0 2,0 0 0,-4 4 2,4-4-5,0 0 2,-3 4 1,3-4 2,-3 4-1,3-4 4,-4 4-6,4-4 1,-4 3-4,4-3 6,-6 4 1,6-4-3,-7 3-2,3 1 4,4-4-1,-9 3-6,2-3 4,7 0 2,-11 3-3,4-3 5,-3 4-4,2-4-5,-2 2-8,0-2-10,-3-2-6,-1 2-13,0 0-12,-3-3-31,-4-1-19,1 4-29,-5-3-12,-2 1-5,-1 0-102,-10 1-273,-1 1 122</inkml:trace>
  <inkml:trace contextRef="#ctx0" brushRef="#br0" timeOffset="205810.0951">1770 4260 56,'0'0'90,"0"0"-7,4 9 11,-4-3-14,3 0 11,1 3-8,-4-1-5,3 4-10,-3 1 3,0-1-4,4 4 4,-2-1-7,2 3 1,-3 1-4,1 0-4,1 0-3,-2 2-4,2 1 1,-2 0-9,3 0 1,-1 0 0,0 1-5,0-1-7,-2-1-3,2 2 1,0-1-5,-3-1 0,1 0-2,1 0-3,-1-2-1,-1 1-2,3 0-7,-2 1 2,1-1-1,-1-1 3,-1-1 0,2 1-9,-2-5 4,0 1 5,0 4-6,1 1 1,-1-6-5,1 4 2,1-4-5,-1-1 7,1 0-1,-1 3-1,0-3-5,-1 0 8,3 2-8,-3-1 0,3-1 3,-3 0 0,0 1-2,3-4-5,-2 2 7,1 1 2,-2-2-2,1-2 1,-1 1 0,2 0-3,-1-1-10,0 1 13,-1-2-5,3 1 2,-3-1 0,0 2 2,0-1-2,0 0-4,-1 3 9,2-3-3,1 0-5,-2 1 3,0 1 1,1-3-4,-1 3 5,0-2-5,0 0 3,0 0 6,1 1-6,-2 0 2,2 0-1,-1 0 0,2-2-3,-2 0 2,1 2-4,-1-4 6,0 3-6,0-1 1,0-2 1,0 1 7,2-2-3,-1-1-1,-1-1-1,0 1-2,0-1-1,0 0 3,0-3 1,0 4-4,0-1-4,0-3 5,3 4-3,-3-4 0,0 0-10,0 3 2,0-3-7,0 0 0,0 2-8,0-2 7,0 0-16,0 0 9,0 0-2,0 0 4,0 4-6,0-4 10,0 0 5,1 2-9,-1-2 3,0 4-1,0-4 10,0 0-5,3 0 7,-3 0-1,0 4-2,0-4 2,0 6-4,0-3 5,0-1 5,0-2 1,0 4-1,0-4 0,0 4 5,0-4 2,0 3-1,0-3-2,0 3-10,0-3 14,0 2-4,0-2-3,0 0-19,0 0-11,0 0-13,-1 3-20,1-3-6,0 0-30,0 0-65,0 0-181,0 0 81</inkml:trace>
  <inkml:trace contextRef="#ctx0" brushRef="#br0" timeOffset="206585.3464">2456 4244 93,'1'6'106,"-1"4"-10,2 2-11,-1 0-8,-1 2-4,0 0-1,3 6-10,-2 0 1,-1 0-4,3-1-1,-1 3 4,-1-1-11,-1 1-8,0 0 4,1-1-4,1 0-16,-1-1 9,-2 3-1,2-2-6,-1 1-9,2-1 0,-1 2 4,1-1-3,-1 2-3,0 0-1,-1 0-3,2 1-5,-1-1 1,1 1-4,-1 0 7,0-2-1,-1 0-3,0 2 2,0-4-2,0 3-1,0-3 1,3 2-1,-3-3 8,0 3-6,2-3 5,-1 2-2,3 0-2,-2-1-5,-1 0 3,0 1-3,2 0 4,-3-1-4,3-1 3,1 1-3,-2 0-1,-1-1 5,1-6 2,2 4-10,-3-3 4,1-3-1,0 2-3,-2 0 7,2 1-8,-1-3 3,1 0 0,-1 1-3,2-1 5,-2 1 2,2-1-6,1 0 4,-4-2-2,2 1 2,-1-1-7,1 0 3,0-2-2,-2 0 0,3 0 4,-3 0-5,0-2 5,0 1-3,2-3 2,-2 1-2,2-2-11,-2 2 12,0-2-11,0 0-16,0 0-1,0-3-16,3 2-10,-3-2-19,0 2-15,0-2-22,0 0-101,0 0-226,0 0 100</inkml:trace>
  <inkml:trace contextRef="#ctx0" brushRef="#br0" timeOffset="207511.2257">1060 4178 4,'0'11'83,"0"-7"-16,2 2 1,0 1-5,0 2-10,-1-1 8,1 6-7,0 1 6,1-2-9,-3 3-3,3 4 3,1-2 4,-1 3-14,4-2 7,-5 1-7,0 1 5,1-7-10,-3 6 5,4 3 3,-4-1-6,6 1-5,-6 1 0,4-3-4,-1 2-5,4 1-3,-4 0 12,0 0-12,2 1-4,2 2-1,-2-1 2,0 10-4,-2-10 3,3 1-4,-2-1 5,0 0-2,-2-1-7,0 0-1,1-1 4,0 0-3,0-3 1,0-1 2,-2 0 3,3 1-4,-1 3-1,0-4 2,-2 3-1,2-4-4,-1 3-1,0-3 6,0 1-5,-1 0 1,1-1-1,-1-5 2,-1 1-3,3-3-3,-3 3 13,1-4-14,2 1 0,-2-1 0,2 1 4,-3-3 2,0 1-5,0 0 2,2-2 1,-1-2 0,-1 3 5,2-2-9,-1-2-3,-1 2 7,1-3-2,-1 1-4,0 2 4,0-4-2,0 3-2,0-2 3,0 1 0,0 1-1,0-3 1,0 0 0,0 1-4,2-1-1,-2 0 4,1 1 0,-1-1 3,0 0-7,0 1 3,0 0-6,-1 0 5,1 1 5,0-1-2,0 0 0,0 2-2,0-2 1,0 1-1,0 0 1,1 0-2,-1-2-1,0 3 0,-1-2 3,1-2-6,0 1 3,0 2 2,0-1-6,1-3 8,-1 4-3,0-5-9,-1 4-9,1-4-14,0 0-13,-2 3-17,2-3-11,0 0-18,0 0-10,0 0-20,0 0-66,0 0-201,0 0 89</inkml:trace>
  <inkml:trace contextRef="#ctx0" brushRef="#br0" timeOffset="208673.9923">605 4940 8,'0'0'72,"0"0"6,-3 1 0,3-1-7,0 0-7,0 0 8,0 0-14,0 0 1,0 0 6,0 0-11,0 0-3,-4 1-4,4-1-8,0 0 0,0 0-12,0 0 14,0 0-22,0 0 21,0 0-18,0 0-5,0 0 16,0 0-18,7 6 2,-3-5-4,-1 0-5,1-1 11,2 1-2,4 3 1,-2-4-8,5 3 8,1 0-2,0-3 6,0-2-22,3 4 15,3-4-1,0 2-1,2 0 4,-1-1-9,-1 1 7,1 0-1,3-1 8,-3 0 1,3-2-6,-3 2 3,6 0-2,-3 1 0,-3-2 0,5 2 0,-3 0-2,3 0 5,-1 0 2,-1 0-8,0 0 5,1 0-7,-1 0 5,0 0 3,0 0-8,3-1 5,-2 0-4,-1 1-1,0 1 0,3 0 0,-2-1 2,-1 0-3,0 2-1,3-2 0,-4 0-3,-1 0 5,2 1-6,1-2 1,-1 2 0,0 0-2,0 1 2,0-2 1,2-3 1,-3 6-4,4-5 3,-3 1-2,0 0-1,0 1 1,1 0-4,-1 0 3,0 0-1,0 0-5,3 0 5,-4 0 0,-1 0-1,2 0 0,-3 1 1,2-2 1,-1 1-4,-1 0 7,2 2-1,-2-4-8,0 2 2,0-2 0,-4 2-1,4 0 0,-1 0 3,1 0-5,0-2 1,0 0 2,2 1 0,-6 1-3,4-2 9,0 2-8,-5 0 5,6-2-4,-8 3-2,9-1 1,-8 0 2,2-1 1,4-1-5,0 1 2,-1-1 2,1 2-4,2 0 7,-3 0-2,-4-4-2,1 3 2,3-1-1,1 0-2,0-1-2,-4 3 3,0-1-1,-3 1 5,3 1-6,1-1 5,-5-1-5,4 1 4,-3-1-3,0 1-1,0 0 0,3-2 2,-3 2 3,0 0-3,0-1-2,2 2 1,-2-1 2,0-2-2,0 2 4,0-1-4,2 1 2,-1 0 1,-1 0-1,0-1 1,-1 0 2,1-1-11,0 2 4,-4 0 1,3-1-3,-2 1 5,-1 0-4,0-1 2,1 0 4,0 0-4,1 1 3,-3-1-1,1 0 1,4 1-2,-4-1 4,0 2-1,-3-3-6,4 2 6,-2 0 0,-1-2-3,2 4 1,-1-4-1,-9 2-1,18-1 4,-11 0-3,1 0 0,-1 0 0,-7 1 1,15 0-1,-15 0-1,9-2 1,-3 2 3,-6 0 0,7-2-1,-7 2-4,0 0 0,0 0 1,11 0 3,-11 0-3,0 0-5,0 0-16,0 0-16,0 0-6,0 0-23,0 0-4,0 0-28,0 0-30,0 0-19,0 0-84,-28 0-251,18-2 111</inkml:trace>
  <inkml:trace contextRef="#ctx0" brushRef="#br0" timeOffset="213343.6553">964 3709 108,'0'0'229,"0"0"-5,-4-1-8,4 1-10,0 0-4,0 0-18,0 0-7,0 0-12,0 0-23,0 0-9,0 0-13,0 0-7,0 0-10,0 0-1,0 0-2,0 0-5,11 3-12,-6 1-7,3-4-8,1 2 0,0 0-4,5 0-7,2-1-3,-1 2-4,0-1-5,6-1-5,-6 0-1,2 1-3,-3-2-4,0 1-3,0-1-7,-4 1-9,0-1-3,-3 0-15,3 1-10,-2-2-20,-1 2-11,-1-1-15,0 1-6,-1-1-33,0 2-15,0-1-14,-2 0-38,-3-1-22,8 0-21,-5 1-168,0 1-409,-3 0 181</inkml:trace>
  <inkml:trace contextRef="#ctx0" brushRef="#br0" timeOffset="230625.7887">1211 3863 73,'1'-4'112,"-1"4"-9,0 0-1,-1-4 1,1 4 2,0 0-4,-2-4-4,2 4 8,0-3-2,0 3-4,0 0-1,-1-3-4,1 3-7,-3-4-8,0 4-7,3 0 19,-7-4-5,3 3-6,1 0-7,-4 1-7,3-1-2,-2 2-2,-1-1 0,2 1 3,-1-1-6,-1 2-8,-1 0-5,2-1-8,-1 0-1,1 2-1,2-3-8,-3 3 4,7-1-10,-6-1-4,2 3-4,1-4-1,1 2-2,0 0-6,-1 1 2,0 0 4,3-3-4,-2 4 3,0-2-2,2 2-8,0-1-6,0-3-1,0 5-5,2-3 0,-1 1-1,0 0-3,2 0-2,0-1 1,1 0 3,3 1-1,-4-1 6,7 2-3,-6 1 0,5-2 3,-2 1-2,-2-1 2,1 0 2,1 3-1,0-1-5,0-1 3,0-1 1,0 2 4,0 0-2,-4-1-1,1-2-2,1 3-1,-3-2 5,1-1 3,-1 0 3,-1 3 15,2-3 10,-5 1 9,1 0 7,0 0 7,-4 0 5,1 1 10,-3 2 0,0-1 3,0-3 7,1 2-11,-5-2-3,4 0-9,0 2 4,-3-2-8,3-1-8,-3 2 2,3-1-6,0-4-3,0 4-1,0 0-7,4-2-1,-2 0-7,5 0-16,-9 0-18,9 0-20,-5 0-21,5 0-27,0 0-33,0 0-31,0 0-29,0 0-8,0 0-12,-3-1-20,3 1-125,0 0-373,0 0 165</inkml:trace>
  <inkml:trace contextRef="#ctx0" brushRef="#br0" timeOffset="231469.6593">2450 3775 87,'0'0'147,"-11"1"15,8-1-11,-4 0 0,3 0-12,-2 1-10,-1 0-13,3 1-10,-3-2-7,1 3-5,-1-1-3,2-1-8,-1 0-13,3 2-1,-1 0-12,1-2-6,0 1-6,2 0-6,-2 0-2,2 1-4,1-1-2,-2 1-8,2-3-1,3 6-1,-1-3-7,0 1 3,3-1-1,0 2-5,2 0-1,0 1 3,3-3-5,-3 2 0,0 2-1,3-5-5,3 4 1,-5-3 3,1 1-2,-2 2 0,0-1 4,0-1-4,-1 1-6,-1-2 2,-2 2 0,1-3 1,-1 0 2,-2 2 8,-1 2 5,2-3 8,-5 2 17,2-1 11,-1 1 4,-2 1 0,1-2 9,-4 0-3,3-1 3,-2-1-6,-1 0-6,-1 2 2,-1-1-14,1-2-3,1 1-4,1-2-1,-1 2 0,4-2-11,-1 2-16,-3-2-20,4 0-8,3 0-18,-7 0-32,2 0-37,5 0-33,-7-4-29,4 3-29,3 1-21,0 0-117,-6-2-364,6 2 162</inkml:trace>
  <inkml:trace contextRef="#ctx0" brushRef="#br0" timeOffset="233151.7742">784 5956 166,'-3'-5'162,"3"5"-14,0-3 2,0 3-2,0 0-3,0 0 0,0-4-15,0 4-10,0 0-2,0 0-7,0 0-4,0 0-4,0 0-4,0 0-6,0 0-3,0 0 0,-4 12-5,1-7-6,0 2-6,3 2-3,-4 3-3,4-2-7,-3 2-5,3-1-6,-2 0-4,2-2-6,0 0-5,0 0-2,0 0-3,2-1-1,-2 2-2,3-3-4,-3 0 4,2 0-5,0-1 1,1-1-11,0 0 1,1-1-1,-1-1-5,1 1 5,2-2-6,-2 2 4,2-3-1,-1 0 1,1 1-5,-2-2-1,2 0-2,-6 0-3,11-3-13,-5 2-16,-2 0-13,0 0-22,0-2-10,2 0-17,-2 1-28,-1 0-19,1-1-29,-1-1-17,0 1-22,0 0-113,-3-1-348,-2 0 154</inkml:trace>
  <inkml:trace contextRef="#ctx0" brushRef="#br0" timeOffset="233349.9178">781 6045 117,'-7'0'184,"7"0"-3,0 0-11,0 0-11,0 0-13,0 0-16,0 0-11,0 0-10,0 0-14,0 0-9,0 0-10,0 0-7,0 0-4,0 0-6,14-1-7,-14 1-17,10-1-11,-6 1-15,2 0-23,0 0-32,-1-1-24,1 0-22,-2-1-26,3 1-28,-3-1-88,-1 2-252,1-1 111</inkml:trace>
  <inkml:trace contextRef="#ctx0" brushRef="#br0" timeOffset="233545.0789">750 5947 16,'0'0'135,"-3"-1"-22,3 1-5,0 0-14,7-3-17,-1 1 0,1 0-17,0 1-12,0-2-13,3 1-32,1-1-15,1 2-22,-3 0-14,1 0-18,-1 1-35,-1 0-110,1 0 48</inkml:trace>
  <inkml:trace contextRef="#ctx0" brushRef="#br0" timeOffset="234136.0652">946 5995 61,'3'-2'76,"-2"-2"-2,2 2-4,-3 2-14,0-8-7,4 5 4,-4-2-8,3 3-7,-3 2-10,3-4 7,-3 4-1,1-4 14,-1 4-3,0 0-6,0 0 3,0 0-6,0 0-7,0 0 1,0 0-3,3 12 3,-3-6 6,0 0 0,0 3-4,3 1 5,-3-3-7,1 3 0,2-2 3,-1-1 1,-1 1-6,-1 0 4,3-1 4,-2-2 3,1 0 3,-1 0-7,-1-1 1,1 1 3,-1-1-2,2-3 13,-2-1 4,1 5 7,-1-5 3,0 0 11,0 4 10,0-4 11,0 3 4,0-3-4,0 0-6,0 0 3,0 0-4,-4 2-6,4-2 1,0 0-5,0 0 0,-7 0-6,7 0-1,0 4 0,0-4-5,0 0-10,0 0-2,-6 0-7,6 0-7,0 0-5,0 0-5,0 0-3,-4 0-3,4 0-7,0 0-6,0 0-10,0 0-15,0 0-3,0 0-5,0 0-7,0 0-20,0 0-12,13-4-12,-10 3-24,-3 1-9,7-3-25,-3 2-22,0-1-11,0-1-6,1 1-6,-5 2-17,8-5-144,-7 3-363,1-2 161</inkml:trace>
  <inkml:trace contextRef="#ctx0" brushRef="#br0" timeOffset="234416.433">760 5832 161,'-3'-2'233,"3"2"-15,-3-2-5,3 2-14,0 0-18,0 0-15,0 0-12,-2-3-18,2 3-5,0 0-9,0 0-8,0 0-6,8-1-9,-4-1-8,3 2-7,-1 2-10,1-2-7,3 0-5,-2 0-10,2 0-14,0-2-16,1 2-19,1-1-22,-1 1-26,0 0-35,-1 0-35,1-2-31,3 1-34,-1-1-22,-5 3-122,2-1-350,3-1 154</inkml:trace>
  <inkml:trace contextRef="#ctx0" brushRef="#br0" timeOffset="235142.0878">2990 5827 40,'0'0'187,"-2"-5"-9,2 5-7,0 0-3,0-3-7,0 3-8,0 0-20,3-1-10,-3 1-10,0 0-10,0 0-3,0 0 4,0 0 3,3 7-10,-2-3-5,1 2-4,-4 0-1,2 2-3,-1 2-4,2 2-4,-1-2 0,0 0-10,2-2-10,-1 3-6,-1-1-2,-1-1-4,2-1-5,1-1-3,0 0-5,1 1-1,-3-3-3,0 0-4,3 1 2,1-2-3,-2 2-5,3-2-1,0 0-4,-3 0-1,3-2 0,-3 3-2,3-4-10,0 2-6,0-3-4,0 1-9,-1 0-12,2-2-20,-2 2-19,-4-1-15,10-1-22,-6 0-17,2-1-26,-2 0-15,-1-1-27,1 1-153,-2-2-373,0 2 165</inkml:trace>
  <inkml:trace contextRef="#ctx0" brushRef="#br0" timeOffset="235358.9863">2993 5908 163,'0'0'193,"-7"0"-7,7 0-18,0 0-12,0 0-17,0 0-7,0 0-7,0 0-12,0 0-5,0 0-15,18 2-13,-12-4-9,-1 2-14,1 0-22,2-1-28,-4 0-25,2 1-32,3-3-33,-1 1-31,-1-2-24,-3 3-100,2 0-256,-2 1 113</inkml:trace>
  <inkml:trace contextRef="#ctx0" brushRef="#br0" timeOffset="235529.2201">2967 5814 83,'-4'-2'159,"4"2"-15,0 0-26,-6 0-6,6 0-12,0 0-8,0 0-5,0 0-14,13-4-8,-9 2-9,5 1-3,-1 0-17,2 0-22,4-2-17,-3 1-26,4 0-15,0 1-23,-4 1-23,-1 0-71,-3 1-172,3 1 77</inkml:trace>
  <inkml:trace contextRef="#ctx0" brushRef="#br0" timeOffset="235918.7022">3150 5910 89,'0'0'119,"0"0"-6,0 0-21,3-9 3,0 4-10,-2 1-9,2-1-13,0-1 0,-2 1-5,2 1-6,0 0-9,-1 0-1,0 2-2,0-1-7,-1 2-3,-1 1-1,4-3 9,-4 3-13,0 0-3,0 0 7,3 7 6,-3-2-5,0 0 2,0 2-5,0 3 9,0-3-11,2 3-6,0-2 0,-2-2 3,0 3 0,0-2-5,2 1 3,-2-4-6,0 1-3,0 1 0,0-2 3,0 0 9,1 0 1,-2 0 13,1-1 6,0-3 11,0 4 6,-2-1-1,2-3 2,0 3 9,0-3-1,-4 1 1,4-1-2,-1 3-7,1-3-6,0 0-9,0 0-3,-2 2-3,2-2-7,0 0-3,0 0-4,0 0-4,0 0-8,0 0-8,0 0-9,0 0-13,0 0-18,0 0-21,0 0-20,0 0-24,13-5-30,-9 4-19,-1-2-21,-2 0-15,2 1-98,-3-1-306,0 1 135</inkml:trace>
  <inkml:trace contextRef="#ctx0" brushRef="#br0" timeOffset="236193.0873">2956 5759 118,'0'0'226,"-3"-2"-6,3 2-8,0 0-11,0 0-17,0 0-10,0 0-3,0 0-2,7-3-7,-4 3-14,3 0-14,2-3-10,1 2-13,0-1-11,6 0-8,-3-1-11,2 1-8,-4 1-12,4-2-8,-4 1-25,4-2-20,-4 2-20,1 0-27,-1-1-29,-1 2-31,-1-1-21,2 2-36,-2-2-28,-1 1-178,-1 1-393,0 0 174</inkml:trace>
  <inkml:trace contextRef="#ctx0" brushRef="#br0" timeOffset="237013.2279">1832 5837 211,'0'0'212,"0"0"-18,0 0-18,0 0-13,0 0-12,0 0-17,0 0-13,0 0-6,0 0-2,-3 12-8,3-6 0,-3 5-6,2 0-2,-2 2-4,-1 0-3,0 0-6,1 0-3,0 1-11,0-1-1,0-1-7,2 0-9,-2 1-4,5-6-1,-2 1-8,0 2-5,0-5 1,1 4-4,0-2-4,2-1 3,-3 0-6,3 0-3,1-1-3,-1-1 8,1 0-10,3-1 0,-1-1-3,1 0 0,3-1 1,-2 1-2,-1-1-9,-1 1-2,0-2-9,-1 0-19,4-2-20,-4 1-20,1 1-23,-2-2-20,3 1-33,-1-1-22,-2 0-20,0 0-22,-1 0-136,0-1-369,-3 0 163</inkml:trace>
  <inkml:trace contextRef="#ctx0" brushRef="#br0" timeOffset="237208.0832">1808 5989 22,'0'0'195,"0"0"0,-6 0-12,6 0-11,0 0-17,0 0-15,-5 2-19,5-2 1,0 0-12,0 0-12,0 0-9,0 0-11,15 2-6,-10-2-8,0 0-23,1 0-15,-1 0-17,1 0-31,2 0-29,-2-1-25,1-2-29,0 3-27,-3-2-119,2 0-273,-2 2 121</inkml:trace>
  <inkml:trace contextRef="#ctx0" brushRef="#br0" timeOffset="237412.056">1821 5882 6,'0'0'219,"-4"-1"1,4 1-8,0 0-12,-3-2-18,3 2-17,0 0-19,0 0-13,0 0-9,0 0-11,5-6-15,-5 6-7,10 0-13,-3 1-8,2-2-6,-1 1-15,2-1-22,-2 2-22,2-1-21,0 1-28,0-1-42,-3 1-5,4-1-34,-4 1-29,3 0-127,-7 1-305,4 0 134</inkml:trace>
  <inkml:trace contextRef="#ctx0" brushRef="#br0" timeOffset="237913.0233">1988 6034 82,'0'0'187,"0"0"-17,0 0-16,0 0-19,0 0-11,2-8-17,1 4-7,-1 0-12,4-3-8,-2 1-11,-1 0-10,3 0-5,-3 1-5,1 0-2,0 1-7,-3 0-3,2 0-5,0 2-6,0-1-8,-2 0-9,-1 3 2,0 0 2,0 0-11,0 0 8,4 7-3,-2-4-2,-2 3 6,0 0 0,-2 0-8,2 1 3,3 1 0,-3 0 6,-3-1-11,5 1 0,-1 1 10,-1-2-2,0 1-5,2-1-1,-1-1 7,-1-1 5,0 0-4,0-1 4,-1 0 10,2-1 4,-2 1 9,1 0 3,-2-2 16,2 1 9,0-3 13,-3 6 8,3-6 7,0 2 12,0-2-3,0 0-5,-1 3-2,1-3 12,0 0-24,-1 1-7,1-1-7,0 0-3,0 0-10,0 0-8,0 0-1,0 0-9,0 0-14,0 0-10,0 0-16,0 0-12,0 0-19,0 0-16,0 0-15,0 0-18,0 0-25,0 0-32,10 0-40,-10 0-22,5-3-20,-1 2-167,-4 1-420,3-2 186</inkml:trace>
  <inkml:trace contextRef="#ctx0" brushRef="#br0" timeOffset="238910.7822">204 4540 36,'0'0'161,"0"0"-14,0 0-16,0 0-12,0 0-2,0 0 10,0 0-6,0 0-6,0 0 2,0 0-13,1 36-4,-1-24-2,0-12-6,0 23-7,0-9-9,2 0-5,-1-2-9,-1 2 2,1 0-4,-1-2 26,2 0-10,-2-12-9,3 20-5,-3-20-5,1 16-3,-1-16-8,4 12-3,-4-12-5,3 12-4,-3-12-3,0 0-4,6 12 0,-6-12-2,0 0-6,5 10 3,-5-10-3,0 0-4,0 0 1,12 8-1,-12-8-4,0 0-1,0 0-1,0 0-11,0 0-14,0 0-5,0 0-21,0 0-29,0 0-16,0 0-20,36-11-23,-36 11-33,0 0-25,0 0-144,7-13-357,-7 13 158</inkml:trace>
  <inkml:trace contextRef="#ctx0" brushRef="#br0" timeOffset="239102.6029">219 4720 41,'0'0'186,"0"0"-6,0 0-9,0 0-7,0 0-14,0 0-11,0 0-15,0 0-10,0 0-15,0 0-4,0 0-4,0 0-15,0 0-17,0 0-13,0 0-19,0 0-32,0 0-24,0 0-20,45-3-27,-45 3-30,0 0-23,14-5-99,-14 5-247,0 0 109</inkml:trace>
  <inkml:trace contextRef="#ctx0" brushRef="#br0" timeOffset="239314.338">221 4596 81,'0'0'227,"0"0"-22,0 0-13,0 0-21,0 0-14,0 0-22,0 0-7,0 0-17,0 0-11,0 0-6,0 0-9,0 0-13,0 0-11,0 0-22,0 0-16,0 0-24,0 0-24,38-8-38,-38 8-24,0 0-28,0 0-23,25-1-104,-25 1-263,0 0 117</inkml:trace>
  <inkml:trace contextRef="#ctx0" brushRef="#br0" timeOffset="239813.2681">349 4706 171,'0'0'223,"0"0"-21,0 0-16,0 0-17,0 0-20,0 0-19,0 0-12,0 0-8,0 0-12,0 0-16,0 0-2,0 0-8,0 0-10,0 0-8,0 0-6,0 0-3,0 0 0,0 0-10,0 0-3,35 1-1,-35-1-5,0 0-3,7 11-1,-7-11-4,0 0 0,0 16 2,0-16-6,-3 13-1,3-13-1,-3 15 2,3-15-1,-4 13 3,4-13 1,-3 14 3,3-14 0,-2 9-3,2-9 1,0 0-3,0 0-4,-5 13 1,5-13-2,0 0-2,0 0 0,0 0-1,0 0 0,0 0-3,0 0-1,0 0 3,7 13-4,-7-13-10,0 0-8,0 0-18,0 0-16,0 0-19,0 0-27,0 0-16,0 0-29,43-20-25,-43 20-142,12-9-332,-12 9 147</inkml:trace>
  <inkml:trace contextRef="#ctx0" brushRef="#br0" timeOffset="240086.3773">197 4433 183,'0'0'199,"0"0"-20,0 0-14,0 0-14,0 0-9,0 0-8,0 0-9,0 0-9,0 0-12,0 0-9,0 0-8,31-10-11,-31 10-8,19-3-4,-19 3-10,24 0-22,-24 0-21,0 0-30,34 2-43,-34-2-40,27 1-31,-27-1-30,24 3-88,-24-3-273,18 5 121</inkml:trace>
  <inkml:trace contextRef="#ctx0" brushRef="#br0" timeOffset="240736.255">278 5247 26,'0'0'201,"0"0"-4,0 0-7,0 0-16,0 0-14,0 0-14,0 0-13,0 0-9,0 0-6,0 0-8,0 0-3,-21 33-8,17-21-1,1 0-3,0-1-9,-2 1-8,1 1-9,4-13-7,-5 20-7,4-10-7,1-10 0,0 19-10,0-9 1,0-10-6,3 16-4,-3-16-2,4 12-2,-4-12 3,4 10-10,-4-10 4,4 10-8,-4-10-2,0 0 1,10 10-1,-10-10-1,0 0-3,14 7 2,-14-7-3,0 0-4,0 0-12,17 4-11,-17-4-35,0 0-24,0 0-21,0 0-27,0 0-26,0 0-20,31-12-29,-31 12-108,0 0-334,3-10 148</inkml:trace>
  <inkml:trace contextRef="#ctx0" brushRef="#br0" timeOffset="240919.7701">243 5375 185,'0'0'165,"0"0"-20,0 0-10,0 0-16,0 0-8,0 0-6,0 0-24,0 0-2,0 0-8,0 0-12,0 0-15,0 0-22,0 0-26,0 0-33,0 0-25,51-3-21,-51 3-20,0 0-69,0 0-187,0 0 83</inkml:trace>
  <inkml:trace contextRef="#ctx0" brushRef="#br0" timeOffset="241099.8078">240 5319 34,'0'0'110,"0"0"-9,0 0-8,0 0-15,0 0-1,0 0-12,24-15-7,-24 15-12,17-7-19,-17 7-25,20-7-18,-20 7-9,21-7-28,-21 7-47,20-2-108,-20 2 48</inkml:trace>
  <inkml:trace contextRef="#ctx0" brushRef="#br0" timeOffset="241510.609">440 5375 49,'0'0'88,"0"0"4,0 0-6,0 0-1,0 0-1,0 0 0,14 11 2,-14-11 3,0 0-1,-1 16-4,1-16 5,0 0-2,-3 21 0,3-21 4,-7 15-6,7-15 5,-5 15-11,3-8-3,2-7 3,-7 12-15,7-12-9,0 0-5,-6 13-3,6-13-3,0 0-6,0 0-7,-2 11 1,2-11-7,0 0-1,0 0-1,0 0-3,0 0-4,0 0-2,8 12 4,-8-12-6,0 0 3,0 0-6,0 0 0,0 0 0,0 0-10,24 2-14,-24-2-18,0 0-28,0 0-18,0 0-31,0 0-22,0 0-18,0 0-126,0 0-298,0 0 132</inkml:trace>
  <inkml:trace contextRef="#ctx0" brushRef="#br0" timeOffset="248109.7719">1426 4708 112,'0'0'147,"0"0"-3,0 0-13,-4 2-4,4-2-8,0 0-11,0 0-8,0 0-2,0 0-5,0 0-4,0 0 2,0 0-2,0 0-4,11-10-9,-8 8 1,0-5-9,4 1-9,-3-2 0,2 2-6,0-6-3,1 2-9,-2 2-4,-1 0-1,2-4-3,1 2-1,-3 1-4,-1 1-5,1 0 1,-2 3-2,-1-1-4,-1 2 0,2 1 5,-1-1-2,-1 0-1,0 4-3,1-2-1,-1-2 1,0 4-5,0 0-5,0 0 2,0 0 1,0 0 3,-4 11-5,3-3-2,-2 2 1,0 2-1,0 2-2,-1 0 2,3 4-1,-2-5 0,1 4 0,1-4-1,1 1 0,0 1-2,-1 0 1,1-2 0,0 1-2,1-1 0,-1 0 2,3-1 3,-2-3-5,2-1-1,-3 0-4,2-3 2,0 2-3,1-3 1,-3-1 1,2 2 0,-1-3 3,0 1 5,-1-1-8,2 1 4,-2-3 1,0 0 7,1 2-9,-1-2 4,0 0-2,0 0 1,0 0 2,-12-2-6,12 2 6,-6-2 7,6 2 2,-6 0-4,2 0 0,4 0-1,-7-1 11,7 1 3,-6 0-1,6 0 1,0 0-4,0 0 0,-7 0 1,7 0-6,0 0 1,-4-2 3,4 2-8,0 0 1,0 0-5,0 0 1,0 0 2,0 0-6,0 0-2,0 0-3,0 0 2,0 0 0,0 0 5,0 0-6,0 0-3,0 0-17,14 3-15,-11-2-29,3 0-19,-2 1-17,1-1-29,-5-1-17,12-1-16,-5 0-24,-3 1-130,2 2-344,-6-2 152</inkml:trace>
  <inkml:trace contextRef="#ctx0" brushRef="#br0" timeOffset="248835.2847">1422 5287 122,'0'0'167,"0"0"-9,0 0-3,0 0-23,0 0-7,0 0-7,0 0-9,0 0-7,0 0-8,0 0-9,0 0-5,0 0-1,0 0-1,11-5-6,-5 0-2,-2-1-4,2 1-9,-2-3-1,3 1-8,-3 0-5,2-2-1,1-1-5,-1 3-4,-1 0-3,0-2-3,-3 1 0,4 2-8,-3 2 2,0-2-3,-1 4-1,0-4-2,-1 3-1,-1 3-5,3-3 1,-3 3 2,3-1 0,-3 1-6,0 0-3,0 0 2,0 0 1,0 0-3,4 5 8,-2 4-8,-2-1 2,0-1 4,1 8-3,0-3-3,-1-2 2,0 2-2,0 1-2,3 8 3,-3-8 4,2-1-8,-1 2 1,0-2-1,1-1 4,-1 0-5,-1-2 1,3-1 8,-3 1-7,1-2 1,2 0 0,-1-1 0,-2 2 0,1-6 10,0 5-8,-1-3-4,0-1 3,2 0 1,-2 0 1,0-3 1,-2 5-1,1-3 9,1-2 14,-3 4 4,3-4 3,-4 1 4,1-1-4,3 0 1,-5 2-2,0 0 9,5-2 3,-5 1-1,5-1 3,-5 1 1,5-1-4,0 0-4,-4 2-3,4-2 2,0 0-6,0 0-2,-3 2-6,3-2 0,0 0-11,0 0 1,0 0-1,0 0-5,0 0-6,0 0 3,0 0-3,0 0 1,0 0 3,0 0-3,10 1 1,-10-1-3,7-1 5,-7 1-7,10 0-1,-6 0-17,5 0-21,-1-2-19,-1 1-26,-7 1-32,12-2-26,-4 2-50,-1 0-28,0-1-26,3 3-134,-6 0-408,2 0 181</inkml:trace>
  <inkml:trace contextRef="#ctx0" brushRef="#br0" timeOffset="254531.4354">2808 5291 10,'0'0'158,"-3"2"-10,3-2 1,0 0-12,0 0-1,0 0-17,0 0-9,0 0-2,0 0-7,0 0-8,0 0-8,7-6-6,-4 2-5,0 1-3,0-1-6,1-3-7,2 0-5,-1-3-2,2-2-7,-1 1-4,-2 0-4,3-1-2,0 2-3,-4-2 0,1 4-1,-1-2-1,1 4-2,-1-1-2,1 0-1,-4 2-1,3 1-3,-3 0 4,3 2 5,-3-2 4,0 4 5,0-2-2,0 2-1,4-3-6,-4 3-5,0 0-4,0 0-4,0 0-2,0 0-4,0 0-1,0 9 4,0-6-3,0 5 0,0 0 0,3 2-2,-3-1 0,3 6-1,1-3 0,-1 0-1,-2 1 0,2-3-1,0 2-3,0-1 4,0 1-5,-2-2 2,3-3-1,-1 2 2,-2-1-1,2 0 0,2 0-2,-3-1 0,0-1 2,-1 0-1,1-1 3,-2 1-2,2-2 1,-2 0-1,0 1 0,0-2 8,0 1-8,-1 1 2,0-2 0,-1 0 2,-1-1-2,2 0 2,-2 2 0,0-1-4,-1-2 6,-3 0-3,4 0 7,-1 0 4,4-1 4,-10 2 8,7-1 3,3-1 0,-4 0 7,4 0-3,0 0 3,0 0-2,-7-1-2,7 1-4,0 0-1,0 0-7,0 0-2,-6 1-3,6-1-1,0 0-3,0 0-4,0 0-2,0 0 1,0 0-1,0 0 2,0 0-4,0 0-2,0 0-6,0 0-18,17-1-8,-11-1-15,-2 1-21,3 0-11,-4-1-24,4 2-12,-3-3-21,1 1-17,0 0-16,-1 1-19,-1-1-14,-1 0-134,-2 2-360,4-1 159</inkml:trace>
  <inkml:trace contextRef="#ctx0" brushRef="#br0" timeOffset="255853.4156">2155 5296 123,'-3'3'113,"3"-3"-7,0 0-9,-2 1 0,2-1-6,0 0-6,0 0-15,0 0 6,0 0-3,0 0-8,0 0-6,0 0 1,0 0-3,7-7 3,-4 4-4,0-2-1,1-3-9,0 2-11,2-1 16,-2-1-5,2 1-9,0-4-5,-1-2 3,1 3-2,-1-4-4,0 2-5,0 0 1,0 2-4,-3 3-1,1-1-1,0 2 1,1 0-9,-1 1 2,-2 1 6,2 0 0,-3 2 3,3 0 5,-3 2 0,0-4-3,0 4-4,0 0-4,0 0-3,0 0-2,0 0 0,0 0 3,0 0-2,0 10 1,3-3-1,-3 2-2,0 2 1,0-1 0,1 1-3,-1 1-3,3 0 4,-3 2-4,3 0-2,0-1 3,-2 1-2,2-2 0,-3 1-7,4 0 9,-2 1-2,-1-3 2,3-1 1,-2-2-3,-1 0-2,-1 1 2,4-1-2,-4-2-1,3 0 5,-1-2-7,-1 0 5,-1 2-2,0-3 2,1-1-1,2 2-3,-3-1 5,0-3 0,0 3 0,0-3 3,-1 4-3,-1-1-2,2-3 0,-7 3 7,3-2 8,1 1 5,-1-1 6,0 0 0,-2 0 2,3-1 4,3 0 1,-7 2 0,7-2 3,-7 1 0,3 0 2,4-1-2,-6 2 4,6-2-2,-2 1-2,2-1-4,0 0-1,0 0-1,0 0-4,0 0-1,-7-2-2,7 2-5,0 0-4,0 0-3,0 0 1,0 0-3,0 0 1,0 0-4,0 0-1,0 0 3,0 0-4,0 0 0,16 0 2,-16 0-7,10 0 4,-4 0-9,-2 1-10,2-2-19,-6 1-18,11 1-8,-7 0-20,2-1-12,-2 0-26,2 1-11,-1-1-27,1 2-15,0 0-13,-1-2-13,1 3-115,-3-1-335,1 3 147</inkml:trace>
  <inkml:trace contextRef="#ctx0" brushRef="#br0" timeOffset="283110.3724">1443 4391 19,'0'0'69,"-4"-1"2,4 1-5,0 0-8,-3-1-2,3 1-6,0 0-4,-7-2-2,7 2 5,0 0-16,-5 0-3,5 0 3,0 0-7,0 0 5,-9 2 1,9-2-3,-3 1-6,-1 0-3,1 1-5,0 0 2,-1 2-5,1-2 2,-1 2-7,1-1 4,-2 2 4,2-1-7,-3 3-4,1-2-5,-1 2 6,0 1-6,1-1 9,-1 3-10,0 0 1,2-2 6,-1 0 0,0-2-2,1 2 5,0-1 4,0 1-12,-1-1 10,1 1-7,1 1-13,-1 0 10,1-1-2,-1 0 7,1 0-3,3 2 0,-4-3-9,4 2 15,-3 1-10,-1 1 9,4 0-1,-3 1-1,3-3-4,0 2-5,-3-1-1,3 0 5,-1 2 0,-2-4 0,3 2 6,-3-1-6,3 1-1,-1-1 4,-2 0-9,0 2 16,3-2-9,0 0-1,-3 0-1,2-1 3,1 4-5,-3-4 11,3 0-3,0 1-13,0-1 2,0 0 8,0 0 3,0 0 1,0 0-2,0-2-8,0 2 7,-3-3-3,3 3 3,-1-2-3,1 2 5,0 0-1,-1-1-9,2 2 15,-1-2-13,0 0-4,0 2 5,0-3 0,0 2 2,-1-1-4,2 1-1,0 0 3,2-1 1,-3 1 1,0-1 6,0-1-10,0 1 2,3-1 1,-3 1 9,0-1-4,1 2 2,2-3-6,-3 2 4,0 0-5,0 2-1,3-3 7,-3 0-18,0 0 11,3 2-2,-2-1 7,-1 1-1,0 2 1,3-4 4,-3 2-6,0 0 5,4-3-6,-4 5 6,3-3-4,-3 1-6,3 0 5,-3 1-3,4-2 2,-4 0 1,3 0-3,-3-1 6,3 3-2,-2-1 2,1 0-2,-1 0-5,-1 0 20,3-1-21,-2 3-7,2-1 12,-1-1-6,-1-1 1,0 0 7,2 2 2,-3-2 1,2 1-3,-1 0 3,2-2-7,-2 3 4,2-1 0,-2-1-3,2 0-3,-3 2 15,3-2-12,0 0 14,-2 0-14,2-1 1,0 1 4,0 1-8,-2-2-3,3 4-2,-1-4 2,0 2 0,1-1 10,-1 0-1,0 1 2,1-1-8,-1 1 9,0-1-7,0 2-1,1-3 0,-1 1 4,-1-3-5,1 2 7,0 0 1,1 1-8,-1-1 4,1 0 1,-1 1-2,4-2 8,-5-1-5,0 1 1,4 1-8,-2-2 6,-1 0-22,-1-1 19,3 0 0,-2 1 2,1 1-2,-1-1 4,1 0-7,-1-1 8,1 1-5,-1-1 11,1-2-8,-1 3-1,1-1-1,-1-2 19,0 1-24,1 0 12,0 0-15,-1 1 2,0-3 11,1 1-2,-4-1-3,7 3-4,-4-3 6,-3 0-7,7 1 4,-4-1-1,-3 0 5,10-1-4,-6 1-6,3 0 8,-7 0-3,9-3 5,-4 2-4,-1-1-1,2 0 8,0 1-4,-1-1-2,1 0 6,1 0-2,-3-2-7,1 2 8,0-1-4,2 1 8,-1-3-14,1 1 5,-3 1 9,2-1 0,1-1-7,-2 2 0,1-2 2,1 0-10,-1 0 8,-1-1 3,-2 2-3,3-2 9,-2 1 1,3-1-13,-1-1-5,-1 2 1,0-2 10,0 1-13,-1-2 18,2 0-12,1 3 3,-3-4-6,1 2 9,-1 1 1,1-2 2,-2 0-6,4-2-4,-4 3 17,1-5-16,3 2 2,-1-3 1,-2 2-5,-1-1 6,1 0 6,-1-1-10,3 1 2,-2-1-1,-3 0 1,2-1 0,1 1 9,-1-1-14,-1 1 1,-1 1 11,0-3 0,1 1-5,-1 0 4,-1-5 3,0 6 6,0-1-5,2 1 2,-1-1-10,0 2 2,-2 0-6,4-1 4,-2 3 0,-1-3 5,-1 2-8,2-2 12,-1 2-8,0-2 3,0 3-5,0-4 4,0 5 3,0-5-3,0 2 8,0 0-7,0-2 0,-1-1 1,-1 3 3,1-2-3,-2 0 1,0-1-3,2 1 2,0 0-3,-1-1-1,1 2 2,-1-3-1,0 2 4,0 0-5,-1-1 6,2 3 1,-2-2-3,0 0-4,-1 0 15,1 1-22,2-2 10,-2 1 1,0 1-6,0-2 7,2 3-6,-2-1 3,-4-1-1,4 1 2,-1 0-1,1-2 1,-1 2-4,1 2-2,0-2 3,-1 3-1,1-2 5,-1 0-2,1 2-7,-1 1 10,1 0-6,0 0 7,1 0-1,0-1 4,-3-2-4,0 1-3,1-1-4,0 1 7,0 3 3,-1 0-10,1-1 7,0 1-5,0-1 0,-2 1 0,3 0 5,-2-2 0,-1 0 6,3 3-2,-2-1-1,0 0-5,0 0 4,-1 3-4,2-2 7,-2 1-3,2 0-4,0 0-5,-2 0 4,-1 1 9,4 3-2,-4-4-5,3 4-1,1 0 5,-2 0 0,0-2-5,0 3 5,-1-1-8,0 1 5,1-1 0,-4 2-6,2 0 0,-1 0 1,-1 0-9,2 0 6,-2 2 6,0 1-9,1-2 3,1 1 0,-2 0 5,-1 2-8,3-2 1,-3 2 2,3 0 0,-4 1 2,4 0-2,-3 2 1,3 0-13,0-2 4,0 2-11,1 2 4,-3 1-11,2 1 1,-2 0-17,3 0-3,-1 0 6,0 0-21,3 2-3,-4 5-3,2-6-13,3 2-3,0 1-4,-1-2-15,1 5-67,2-4-182,-2 1 81</inkml:trace>
  <inkml:trace contextRef="#ctx0" brushRef="#br0" timeOffset="285086.9465">2456 5041 34,'0'0'58,"-10"0"7,7 0-10,-4 0-4,0 0-5,4-2 5,-5 2-3,1 0 2,-3 0-7,4-1-7,-1 1 1,-4-1-3,4 2-9,-3-1 7,3 1 2,-1-1 1,-1 2-1,1-2 0,-1 0-4,-1 2-9,2-2-1,0 0 5,-1 3-4,-1-2 0,2 0-5,1 0-10,-2 1 14,-2-2-2,4 2 0,-3 0-5,2 1 6,-1-1-16,2 0 13,-3 1-10,2-1 4,-2 2 9,2-1-17,-1-1 4,-1 3-1,2-2 2,-1 1-2,1 1-7,-2-2 4,3 2 4,1-2-1,-1 1-4,0 0 5,0-1 3,0 2-17,2 0 11,0 1-3,-2-1 0,2 0-4,-1 0 2,-1 1 7,4-2-9,-4 3 10,4-4-9,-2 3 7,2-1-9,-3 1 5,3-1-2,-1 1 3,1 0-6,1-2 7,-1 3-6,0-1-3,0 2 8,2 0 2,-1-2-1,1 0 1,-2 2 0,2-1-11,-1 1 10,2 0-6,-1-1 2,-1 2-11,1-1 3,1 2 14,-1-2-2,-1 0-1,2-1 0,-1 0 10,1-1-12,0-1 2,0 1-7,1 3 8,1-1-10,-1-1-3,0 3 20,1 1-12,1-3-1,-1 3 8,1 1-2,0-3 0,-1-1-1,0 2 2,1-4-4,1 2-1,-1-1-1,0 1 11,1 0-5,0 0-5,2 0 2,-2-2-1,3 3 6,-1-3-6,-2 2 3,3-1-4,0-2 5,0 2-9,0-2 9,3 2-1,-3 0 1,3-2-6,-3 1 7,3-1-1,0 2-1,1 0-1,-2-2-2,-1 1 6,2 0 3,0-3-4,-2 0-4,2 1 5,0 0-4,0-1 3,0 1-1,2 0-2,-2 0 2,0-3 0,-3 3 4,10-1-5,-10-1-3,4 1 10,-1-2 3,0 1-8,4-1-2,0 1-7,0-1 6,-2-1 1,2 0 4,-2 1-7,1-1 9,1 0 0,3 0-10,-4 0 3,-1-2-1,1 0-1,1 0 10,-4 0-14,1 2 8,3-3-4,-1 1 12,0-1-7,2 0 3,-1 1-11,2 0 5,-2 0 2,1-4-6,-2 4 3,3 0 4,-1 0 0,-2-1 1,-1-1-1,2 1-4,-1 0-5,-3 1 8,4 0-5,-4-1 6,-2 1-5,2-1 8,0 1-3,-1-1-6,-1 1 1,2-1 6,-2 0-4,1-2 1,-1 2-1,-1 0 12,3-1-9,-3 1-3,2 1-4,-1-3 2,-1 2-1,0 0 9,0 0-7,3-2-1,-3 3 2,0-3-4,-3 3 7,2-3-3,1 0-5,0 2 6,-1 1 1,-1-3-6,2 1 7,-2 2-9,2-4 9,-2 2-1,2 1-14,0-2 14,0 0 2,-1 1 3,-2 0-16,1-2 2,0 3 7,-1-2-2,1 1 2,-3 0 3,3 1-7,0-1-3,-3 0 9,1 0-2,-1 1 10,1 1-14,1-3 8,-1 2-2,0 0-2,1 0-1,-4-1 16,3 0-18,1 0 8,-4-1-3,3-1 9,-3 2-7,0-2 2,4-1-3,-4-2 5,0 2-7,3 0 12,-3-1-8,0 0 2,0 0 0,0 2 1,0-3-8,0 1-2,-3 1 10,2-1-6,-2-4-4,0 2 6,-1 2-2,1-1 1,0 0-1,2 2 8,-5-1-8,2 0 8,1-2 0,-4-2-2,0 5-6,3-1 2,-2-2 4,-1 4 4,0-1-7,0 0 5,0 1-8,0-2 3,0 1-2,0 0 11,1 1-7,-2-2-3,1 1-2,0 1 1,0 0 8,0 1-2,0 1 5,0-2-7,1 2 0,-1 0 1,0 0 1,-1-1-3,-1 2-4,1 0 5,-1-1 0,1 1-1,-1 0 1,-2 0-3,1 2 4,2-3-3,-2 1 3,-3-1-7,-1 1 0,0-1-1,4 3 2,-4-3-3,1 3 5,2-1 0,1-1-1,-4 3-5,0-3-3,1 1-3,4 2 5,-4-2 0,2 2 3,2-1-8,-5 2 9,4-2-5,-1 1 6,1 0-1,0-1-5,0 1 5,-1 0-1,0-1-2,2 1 6,-2-1-5,-3 0 1,4 1-2,-4 1-9,4 1 12,-2 0-2,0-2 3,4 0-3,-1 2 3,1 0-1,-2-2-6,0 3 5,0-2-1,3 0-2,-4 0-2,3 2 6,-1-1-1,1 1 3,-1-1-3,2 0-2,0-2 2,2 4 1,-1-1-7,0-2 0,1 2 0,-2 1 2,2-1-10,-2-1 0,2 1-6,-1-1-15,3 1 12,-4 0-6,4 0 3,-4 0-4,3 0-11,-3 0-11,1 1-3,2 0-6,1-2-1,-1 2-2,-1-1 8,2-1-17,1 1-5,-2-2-20,3 1-55,-1 1-165,-1-1 74</inkml:trace>
  <inkml:trace contextRef="#ctx0" brushRef="#br0" timeOffset="289638.6211">2567 6599 2,'0'0'28,"0"0"3,0 0-5,0 0 0,0 0-1,0 0-1,0 0 3,0 0-8,0 0 1,0 0 5,0 0-5,0 0-1,0 0-5,0 0 10,0 0-3,-3 13 2,3-10-3,0 4 5,0-2 0,0 0-3,0 0 0,0 0-1,0-1-1,0 1 2,-1 0-5,1 2 0,0-2 0,0 1 0,0 0-2,0 1 9,-3 0-4,3-3-2,0 2-2,0 1 4,-3-4-6,3 1 3,0 1-4,0-1 1,-2 0 5,2 0-4,-2 0-1,2-3-11,0 3 5,0 0 1,0-4-1,-3 4-4,3-2 9,0-2-7,0 0 3,0 4-1,0-4-5,0 2 3,0-2 1,0 0-8,0 0 7,0 0-10,0 0 14,0 0-8,0 0-3,0 0 6,0 0 2,3 3-1,-1-2-9,-2-1 2,2 2 4,-2-2 3,3 3-12,0-2 8,-3-1-5,7 2 1,-3-1 4,-4-1-6,6 3 9,-2-3-8,0 2 0,2 0 7,1 1-2,-3-1 0,2 0 5,0 0-10,-1 0 0,2-1 4,0 0 2,2 0 1,-1 1-7,1-1-4,-1 1 9,1 0-2,0-1 0,1 1 6,-1-2-11,-1 1 8,2 1 1,1-2-1,-1 0 3,-3 2-12,3-1 8,0 0 6,-2-1-4,2 0-6,1 1 8,-1-2 0,0 2 5,4 0-4,-4-1-4,4 2 1,0-2 1,0 1-3,-1 0 4,1 2 3,-1-3-9,1 1 5,-1 1 2,2-1-8,-1 0 15,0 0-14,0 0 8,3 2 2,-3 0-11,3-1-4,-3 0 8,2 0-6,-2 1-1,-1-2 10,2-1-5,-1 3-2,0-2 1,0 1-1,2 1 1,-1-2-6,-1 0 10,-1 1 1,1 1-7,3-2 3,-3 1-1,0 0 6,0-2-4,3 2 11,-3 0-12,0 1 4,3 0-2,-3-1 0,3-1 0,-1 1-2,-1 0 5,6 0-8,-1 1 7,-6-2-5,3 2 9,4-1-6,-4-1 0,-3 1-5,3-2 12,6 0-17,-2 0 3,-6 2 5,6-4 2,-1 2-2,-3 0 3,4 0 4,-7 0-2,7-2-8,-5 4 2,-1-2 2,2 0 9,4 0-13,-5 0 1,5 0 9,-5 0-5,2 0-3,0-2 3,-1 1 1,4 1 0,-4 0-3,0 1 4,-2-2-4,7 1 5,-7 1-9,2-2 5,-3 2-6,4-2 4,-1 1 1,-1-1-1,5 2-11,-6-2 17,-1 1-12,1 0 9,0 0-4,2-1 5,-3 0 4,0 0-14,9 1 19,-6 1-7,4 0-10,-6-1 10,6-2-10,-7 2 1,9 2-1,-6-1 6,3-1 10,-5 1-16,2 2 7,4-1-1,-1 0-5,2 1-2,-2 0 7,-3 0 2,4-1-7,-1 0 4,1 1-2,0-1 3,-1 1-1,-5-2-4,2 1 4,0-1 9,-3 1-10,9-2-2,-8 0 3,6 2-1,-4-1 4,4-1-3,-5 1-2,6 0 3,-5 0 2,3 1-4,0 0-3,2 1 4,-2-2-6,-5 1 5,7-1 2,-7 0 0,2 0 6,-3 0-13,4 1 2,-2-1 10,-1 1-8,1 0 3,-1-1-2,1-1-2,-1 0 10,-1 0-19,3 0 16,-3-1-1,3 2-14,-4 0 14,1 0 1,2-1-5,-1 1 3,-1 2 0,-1-3-3,1 1 0,-1 1 4,1-2-5,-2 0-2,1 1 3,1-1-14,2 0 19,-4-1-3,2 2-2,0-2 5,1 1-8,-3 0 5,2-1-5,0 2 9,-1-3-1,1 1-8,0 2 7,0-2-5,2 1 7,-2 0-4,0 0 2,1-3-1,0 2-3,-1 0-9,1 0 10,-1 0 5,0 1-6,3-1-2,-3 0 3,3 2 6,-3-2-12,0 1 3,0 0 2,2 0 5,-2-1-3,-1 1-14,2 0 13,-1 0-7,-1 1 2,-2-1-2,3-1 11,-1 3-5,-2-2-5,2 1 8,0-1-9,1 0 3,-2 0 3,2-1 4,1-1-5,-1 1 3,1-2-4,-1-1 2,0 1 0,-1 0 4,2 1-12,1-1 8,-1 1 1,2-1 2,-3 1-17,8 0 18,-7 0 0,6 1-9,3-3 5,-3 1 0,-5 1-3,5 0-7,-1-1 3,-5 0 0,6 0 6,-4 1-10,0 0 1,3-2-1,-5 1 3,2 0-2,-1-2 1,-1-1 0,1 2 3,1 0-3,-2 0 10,-1 1-1,3-2-5,3 1 5,-3 1-6,-2-1 4,1 1 1,-1 0-4,1 0 3,-2 0-16,1-2 14,-1 2 2,0 0 0,-1-1 6,-3 2 2,3-1-10,-1-1 6,2 1-7,-5 0 7,1-1-3,2 2-3,1-1-2,-2-2-8,-1 3 14,-3 0-3,3 1 8,4-2-1,-4 2-2,1-1 4,3-2-1,-4 4-5,0-3-4,1 2 3,2-2-3,-3 2 3,4-3 8,-4 2-4,3-1 5,1 0-12,1 1 1,-1 0 5,0 0-13,-1 0 15,0-1-6,1 1-3,0 1 8,0-1-9,0-2 3,0 3-1,0-2 0,0 0 12,0 1-13,2 0 8,-2-1-6,1 1 6,-2-1-5,1 1 1,0 0 5,0-2-4,0 2 0,0 0-9,1-2 2,0 1-4,-1 1 9,0-3-2,-1 2-4,-2 1 8,-1 0-3,0-3 3,0 3 0,-2-1 0,1 1-3,-1 0 1,1 1-2,-4-1 3,-5 2-2,14-1 5,-10-1-7,-4 2 4,13-2 0,-6 1 5,-7 1-7,7-1 4,-7 1 4,0 0-13,7-1 13,-7 1-7,0 0 13,0 0-11,6-3-3,-6 3 6,0 0 5,0 0-3,0 0-7,0 0 5,0 0 4,0 0 0,0 0-4,0 0 0,0 0-6,0 0 8,0 0-5,0 0-1,0 0 0,0 0 5,11 1-10,-11-1 4,0 0 4,0 0-2,0 0 2,0 0-2,0 0-3,0 0 3,0 0-9,0 0 9,0 0 0,0 0 9,0 0-1,0 0-8,0 0-3,0 0 1,0 0 2,0 0 2,0 0-2,0 0 3,0 0-4,0 0-6,-3-7 3,3 7 2,0 0 2,0 0-3,0 0 10,0 0-15,0 0 4,0 0-4,0 0 5,0 0-18,0 0 16,0 0 2,0 0-4,0 0 0,0 0 1,0 0 7,0 0-3,0-5-3,0 5-2,0 0 11,0 0-3,0 0-9,0 0 8,0 0-6,0 0 3,0 0 3,0 0 2,0 0-5,0 0 1,0 0 0,0 0 4,0 0-7,0 0 7,0 0 1,0 0-10,0 0 10,0 0-4,-1-7 1,1 7-5,1-5 5,-1 5-4,0-7 0,0 7 0,0-7-2,0 7-1,0-4 8,-1-3-6,1 7 4,0-7-1,0 7 0,-3-8-4,3 4 14,0 4-10,0-7 8,0 3-5,0 4-1,0-7-2,0 7 2,-3-7 3,3 3-8,0 4-1,-1-8 6,1 8 8,-3-7-11,3 7-1,0-6 1,0 6 3,-3-6-4,3 6 2,0-5 4,0 5-7,0-6 8,0 6-5,0-5-5,0 5 7,0 0 2,0-6-4,0 6 0,0 0 3,0 0 0,0-6-6,0 6 6,0 0-3,0 0-1,0 0 3,0 0 3,0 0 3,0 0-9,0 0 4,0 0 1,0 0 1,0 0-7,0 0 2,0 0-12,0 0 9,0 0 2,0 0 2,0 0-7,0 18 1,0-18 16,0 9-16,0-4-5,-1 1-6,-2 0 7,3-2-9,0 2 0,0 0-9,-3 0-5,3 1-9,0-2-13,-3 1-42,2 0-107,-2 0 48</inkml:trace>
  <inkml:trace contextRef="#ctx0" brushRef="#br0" timeOffset="314388.907">14907 6392 46,'0'0'100,"0"0"6,0 0-8,0 0-2,0 0 3,0 0-6,0 0-2,-5-1-5,5 1 3,0 0-2,0 0-4,0 0-5,0 0-2,0 0-1,0 0-10,0 0 0,0 0-2,0 0-3,0 0-6,0 0 0,0 0-7,0 0-2,0 0 15,0 0-4,0 0 3,0 0-4,0 0-8,15 3 3,-12-3 1,-3 0-5,11 0 3,-4 0 7,3 1-2,0-1-5,0 1-2,1 0-5,-1-2-3,4 1-5,-1 1-2,-2-2 0,2 0-5,-1 0 2,-2 1-3,0-1-2,1 1-3,2 0-3,-2 0 0,-1 0-3,0-1 0,1 1-2,-5 1-1,5-2-1,-4 0-3,-1 0 1,0 1-2,-6 0 2,8-2-2,-5 1 1,-3 1-2,5 1-5,-5-1 3,5-1 3,-5 1-4,0 0-5,5 0 6,-5 0 2,0 0 0,0 0 1,0 0-1,0 0 0,0 0 2,0 0-1,0 0 0,5 0-2,-5 0 2,0 0 1,0 0-1,0 0 0,0 0 2,0 0-3,0 0-2,0 0 2,0 0-1,-16 0-4,16 0 1,-10 0-3,3 0 0,2 0 4,-4 0-3,2 1-1,-1-1-1,-1 2 4,-1-1-1,-1 1-3,1-1 4,0 0-1,-1 0-2,1 1-2,0-1 4,-1 1-2,-2 0 2,4 1 0,-1-3-1,1 1 0,1 0-2,-2 0 1,0-2 0,4 1 2,-1 0 0,0 0-5,0 0 5,3 0-2,-2-1-1,6 1 2,-7 0 3,7 0-7,-7 1 3,7-1 2,0 0 0,-4-1 0,4 1-3,0 0 2,0 0-1,0 0-2,-7 1 1,7-1-1,0 0 8,0 0-5,0 0 0,0 0-3,0 0-3,-3 1 0,3-1-2,0 0 1,0 0 1,0 0 2,0 0-1,0 0 1,17 1-1,-10-1 2,-3-1 1,5 0 1,-1 1 1,-1-2 3,3 2-6,-1-2 6,-1 2-5,1-2-1,-1 0 2,0 1 0,2-1-1,0 1 0,-1 0 3,-1 1-2,1 0 0,0-1-1,-2 0-1,3 1-1,-5 0 5,4-1-3,-3 1-2,1 0 2,0 0 0,-3-1 1,3 0-2,-2 1 5,0-2-6,-1 1 3,-4 1-4,10 0 0,-10 0 1,7 0-2,-7 0 4,6 0-2,-6 0 0,6 0-2,-6 0 4,0 0 1,5 0-1,-5 0-3,0 0 2,0 0 1,4 0 0,-4 0 2,0 0-5,0 0 1,0 0-4,0 0-2,0 0-2,0 0-4,0 0-1,5-1-4,-5 1-7,0 0 2,0 0-8,0 0-5,0 0-7,0 0-12,0 0-6,0 0-9,0 0-15,0 0-13,0 0-14,0 0-9,0 0-8,0 0-2,0 0-14,0 0-7,0 0-81,0 0-256,0 0 113</inkml:trace>
  <inkml:trace contextRef="#ctx0" brushRef="#br0" timeOffset="322120.1562">11511 6353 1,'0'0'84,"0"0"-3,0 0-15,0 0 6,0 0-11,0 0-5,0 0-5,0 0-6,0 0 3,0 0-5,0 0-5,0 0 4,0 0-6,0 0-3,0 0-2,0 0 17,0 0-2,0 0 9,10 7-2,-7-6-7,1 0-10,-1 1-8,1-1 26,2 0-9,-2 0-5,-1 0-3,4 1-12,-3-2 12,2 3-1,0-2-5,-1 0 0,1 0 2,-2 1-5,3 0-5,-3-2 1,3 3-8,0-2 19,-1-1 2,1 2 0,-1-1-7,2-2-6,1 2 6,-1-1-1,1 0-3,0 0-2,1 0 0,-3 0-2,3 1-3,0-1 6,-3 2-3,4-2-3,-2 0 1,-1 0-2,2 0-2,-1 1 2,-1-1-1,-1 1 2,3-1-2,-2 0-3,-1 1-5,0-2-3,3 3 10,-3-2-6,3 0 3,-3 0 2,0 0-4,3 1 0,0-1 11,-3 2-2,4-1-2,-2-1-4,-1 1 5,2 0-3,0-1-2,-2 1 1,-1 0-2,3 0 2,0 0-6,4-1 5,-7 0-7,3 2 2,1-1-3,-1 0-8,0 1 8,-3-2-1,3 1 1,1-1 2,-4 0-3,2 3-2,-1-3 3,2 0-3,0 0 6,0 0-4,0 2 2,0-2-4,-1 0-1,1 0 5,0 1-4,1 0 2,-1 0-1,0-1-2,-3 1 1,0 0-1,3-1 1,0 1 2,-2 0 1,-1 1-2,2-2-1,-1 1-6,-1 1 9,2-2-1,-1 2-2,-1-1 0,2-1 1,-1 1 0,1 2 10,0-3 6,1 0-3,-3 2-4,3-1 0,0 0 0,-3-1-1,3 0 0,0 1-2,-2-1 1,2 0-3,-3 0-1,2 0 4,-1 2-3,2-2 1,-3 0 4,1 0-6,0 0 4,1 0-6,-3 1 6,2 1-4,0-2 1,1 0 4,-2 0-2,-1 0 4,4 0-4,-6 0-2,5 2 0,-1-2 0,-4 0 1,5-2 2,-1 2-4,-4 0 1,5 0-4,-1 0 2,1 0 0,-1-3-1,-1 2 0,-1 1 0,2-1-1,-1 0-4,-1 1 4,1 0 1,-3-2-2,3 2 2,0-2-4,0 2-1,-1 0-1,1-2 2,0 1 2,-1 0 2,1 1-1,-3-1 0,3 1-4,0-1-2,-3 0 2,3 1-1,-2-1-1,0 1 4,-1-1 1,2 0-2,0 1-1,-2-2 2,0 1-2,-4 1 2,10-1-1,-6 1-2,2 0 2,-2 0 0,2-1 3,-6 1-2,8-1-3,-4 0 2,-4 1-1,10 0 1,-5 0 1,0-1 0,-5 1-5,7-1 3,-7 1 1,7 0 2,-4 0-3,3 0 4,-6 0-4,7-2 2,-3 2-1,-4 0-3,6-2-1,-6 2 2,5 0 5,-5 0-2,6-1-1,-6 1-1,5 0 6,-5 0-7,8 0 5,-6-1-3,-2 1-2,7-1 1,-7 1 2,6-1 1,-6 1-4,3-2 2,-3 2-2,4 0 1,-4 0 2,4-2 3,-4 2-4,3-2 0,-3 2 0,4-2-3,-4 2-5,0 0-9,5-3-9,-5 3-13,0 0-15,2-1-8,-2 1-24,0 0-11,0 0-15,0 0-8,-4-6-16,1 3-11,3 3-12,-4-1 1,-2-1-142,-2 0-325,1 0 144</inkml:trace>
  <inkml:trace contextRef="#ctx0" brushRef="#br0" timeOffset="327333.0363">14969 7763 109,'0'0'104,"0"0"-4,0 0-5,-4 2-13,4-2 2,0 0-6,0 0-1,0 0 1,0 0-2,0 0 6,0 0-3,0 0 0,0 0 1,0 0-4,0 0 2,0 0 0,0 0-2,0 0-5,0 0-2,0 0 5,0 0-1,0 0-5,0 0 2,0 0-3,0 0-4,0 0-2,0 0 2,0 0 0,0 0-1,0 0-6,0 0 0,0 0 0,0 0-5,0 0-3,0 0-2,0 2-5,0-2-2,0 0-2,0 0-4,0 0 1,0 0 2,4 5-1,-4-5 0,3 2-2,0 0 0,0 1 7,1-1-6,0 1 2,2-2-1,-2 1-8,5 0 4,-2 1-5,1-1 1,1-1-7,-1 0 6,2 2-3,0-1 3,0-1-5,-1 2-2,1-3-7,0 0 2,0 1 0,-3-1-4,4 0 4,-1 1-1,-3-1-4,2 0 4,-4 0-4,4-2 2,-1 0-3,-2 1-1,-2 0 3,2 0-2,-1-1-2,1 1-1,-3 0 1,2 0-4,-2 0 5,1-1-4,1 2-1,0-1 6,-2-2-7,-3 3-1,6-2 1,-6 2 2,5 0-4,-5 0-1,2-2 1,-2 2 1,4 0-11,-4 0-4,0 0-13,0 0-12,0 0-8,4-2-14,-4 2-12,0 0-14,0 0-11,0 0-10,0 0-15,0 0-5,0 0-12,0 0-8,0 0-15,-7-4-14,7 4-32,-7-2-107,2 0-342,-1 2 151</inkml:trace>
  <inkml:trace contextRef="#ctx0" brushRef="#br0" timeOffset="329424.4378">11445 7811 5,'0'0'29,"0"0"4,0 0-13,0 0-5,0 0 6,0 0-3,-4 2-5,4-2 1,0 0-6,0 0 0,0 0 0,0 0-4,0 0-1,0 0 0,-4 2-2,4-2-1,0 0-6,0 0 7,0 0-5,0 0-2,0 0 1,0 0 1,0 0 2,-6 0-6,6 0 10,0 0-6,-3 2 4,3-2-6,0 0 9,0 0-5,0 0 3,0 0 4,0 0 4,-7-2-1,7 2 3,0 0 1,0 0 6,0 0-3,0 0 4,0 0-3,0 0 3,0 0 4,0 0-4,0 0 2,0 0 1,-7 0 5,7 0-4,0 0 3,0 0-1,0 0 6,0 0-1,0 0-1,0 0-1,0 0 3,0 0 3,0 0 10,0 0 0,0 0-9,0 0 3,0 0 0,0 0 8,0 0 5,13 4 5,-13-4-8,7 1-7,-3-1 5,0 1 23,2-1 0,1 0-10,-3 1-3,3-1-4,2 0 1,-1 0 6,2 0-3,-1 0-6,0 0-2,1-1 10,3 0-7,-2 2-4,3-2-3,0 1-2,-1 0 1,3-1-6,-2 2-1,0-3 3,-2 2 1,1 0-2,1-1-2,0 2-1,0-1-2,-4 0-2,0 0-2,0 0-1,0-1-2,2-1 6,-2 2-8,-1 0-1,-1 0 0,2 0-2,-3 0-3,2 0 0,-1-2-2,-1 0-2,0 2 0,0-1-3,-3 0-2,-1 0 1,-3 1-1,10-1-4,-6 1 2,2-1 1,-6 1-2,4-1 0,0-1-3,-4 2 0,6 0 1,-6 0-3,0 0 2,4-1 5,-4 1-4,0 0 2,0 0 1,0 0-4,0 0 0,3-1-1,-3 1-1,0 0 0,0 0 3,0 0-5,0 0-1,0 0-12,0 0-21,0 0-20,0 0-23,0 0-12,0 0-16,6 4-19,-2-3-14,-1 0-17,1 0-13,0 0-127,2-1-319,2 1 141</inkml:trace>
  <inkml:trace contextRef="#ctx0" brushRef="#br0" timeOffset="330288.3129">13786 7807 68,'0'0'131,"0"0"-5,0 0-9,0 0 1,0 0-6,0 0-2,0 0-3,0 0-4,0 0 8,0 4-4,0-4 3,4 2-2,-4-2-11,3 2-10,0-2-8,-3 0-9,7 3 7,-3-1-1,-1-1-5,1 0-3,2 2 0,-2-3-10,3 4 6,2-3-7,-2 1 4,1-1-4,1 1-4,-1-1-2,2 0-4,0 0 2,0 0-7,4 1 6,-3-2-6,3 0 0,0 0-6,0 0-1,0 0-5,-1 2-1,1-2 3,0 1-4,0-3-3,0 2-1,-4 1-3,4 0 1,-1-1-4,-2 0 1,-1-1-3,-3 2-2,3-2 1,-6 2-3,3-1 2,-4-1-2,4 1-2,-7 0-2,7 0 3,-7 0-3,7 1-1,-7-1 1,6-1 0,-6 1-3,0 0 5,0 0-2,7 0-5,-7 0 1,0 0 1,0 0-3,4-1 2,-4 1 1,0 0-2,0 0-4,0 0-10,0 0-10,0 0-14,0 0-10,0 0-14,0 0-19,0 0-19,0 0-21,0 0-25,0 0-23,0 0-12,0 0-24,0 0-157,0 0-388,0 0 172</inkml:trace>
  <inkml:trace contextRef="#ctx0" brushRef="#br1" timeOffset="387509.4572">11124 8448 50,'0'0'99,"0"0"-11,0 0 3,0 0-6,0 0 6,0 0-6,6 7 8,-5-3-10,-1-1-3,2 0-16,-1 1 4,0 0-6,1 0 1,-1 1 2,1 1 8,-1-1-2,0 2-6,1 1-2,-1 0-2,1 0 2,-1 0-4,-1 0-1,1 2-1,-1 0-8,0-1-1,2 0 2,-1 3 3,-1 0-3,0 1-7,2-1-1,-2 0-5,1 0 2,0-3-4,1 4 3,-2-1-4,1 1-3,1-1 0,-1 1-3,-1-2 0,0 2-2,0-1 0,1 0 0,-1 1 1,3-1-1,-3 0-2,0 1-2,0-2-4,2 1 4,-2 0-4,1 1-3,-1-1-2,0 1 1,0 0-1,0 0 0,0 1-6,0-3 1,2 1 2,-2 1 1,2-1-2,-2 0-2,0 1 3,0 1-3,0-5-2,0 2 3,3 1-1,-3 0-3,0-3 3,0 0-1,0 3 2,0-2-3,0 1 0,2 2 6,0-4-7,-2 3 4,0-2-2,0 2 2,0 0-1,3 0 2,-3 1-2,0-3-2,2 2 4,-1-1 1,-1 0-2,1 0 2,2 1-4,-3 0 4,0 0 0,0-1-4,0 1 3,3-2-2,-3-1 2,0 3-4,0-2 7,0 2-5,0-3 1,0 3-4,0 0 2,0-1 0,0-1 2,4 2-8,-4 0 3,0 1-1,0-1 2,0 0 1,0-1-1,0 1 4,0 0-3,0-2-1,3 0 1,-3 0-2,0 0-1,0-2 4,0 2 0,0 0-1,0 1 1,0-1-1,3 1 0,-3-2-1,1 0 1,-2 5 1,2-5-1,-1 1 2,0 0 1,3 2-4,-3-1 3,0-1-4,3 0 3,-2 4-1,1-2 2,-2 0-1,1-3 1,-1 3-2,3-3 4,0 2-3,-2-1 3,-1-2-2,3 1 0,-3 2 0,0 1 1,3-3-1,-2 2 1,1-2-5,-1 0 7,-1 1 0,3 0-6,-2-1 0,1 0 2,1 1-1,-2 0 1,0 1 3,1-2 0,2 0 1,-4 1-3,3 2 1,-2-4 0,-1 2 2,2-1-2,-1-1-1,-1 1 1,3 0 2,-2 1-3,2-2 3,-1 2-4,-2-2 4,1 1-5,0 0 5,-1 1-1,2 1 0,-1-1-3,-1-2-2,0 0 0,3 0-1,-3 2 5,1-1-5,-1 0 0,2 1 2,-2-4 4,1 4-6,2-1-1,-3-1 1,0 0 1,1 1-2,-1-1 4,2 1-4,-2-1-1,-2-2 0,4 3 2,-4-1-2,4 2 2,-1 0-3,-1-1 5,2 2-3,-2-2-3,1-1 9,-1 0-5,1 2-1,-1-2-1,0 0-4,0 1 5,0-1-3,0 2 4,2-1-1,-2-1-2,0-2 2,0 1-1,0 4-1,0-4 3,0 1-1,0 1-2,0 0 5,0 1-1,0-1-4,0-1 3,0 2-1,-2-1 4,5 3-3,-3-2-7,-3-2 6,3 4-1,0-2 1,2 0-3,-5-2-15,3 1 7,0 0 3,0-1-2,0 1 6,0 2-7,-1-3 3,-1 2 1,2-1 2,0-2 4,0 3-6,0-1 6,-1 1-1,1-2 0,0 1 1,-2 3-2,1-2 0,1-3 1,0 2 0,-1-1-1,1-1 0,-2 3 1,2 0 4,2-2-1,-4 2-4,2-1 3,0-2 0,0 2-4,0 0 2,-1 0 5,-1 1-4,1-3-2,-2 5 2,3-1 0,0 1-2,0 1 3,-1-5-4,-2 1 4,2-1 1,1 1-3,-2 1 1,2-2 0,0 1-2,-1 0 1,1 0 8,-2 1-7,2-1-3,-1 6 0,-1-6 2,1-1-1,1 1 1,-1 0-3,-1 1 1,2-1 2,-1 4-2,-1-2 1,1 2 4,2-4-1,-2 3-1,1-5-2,-1 3 3,1 2-3,-2 0 4,2-1-3,0-2-1,0 2-1,0-1 2,-1 0-1,1-3 0,0 3 3,-2 1 1,2-1 3,0-1-4,0 2 1,0-3 6,-1 1-7,0-1-3,2 4 4,-2-4-2,-1 0-3,2-1 1,0 2 4,0 0-1,0-2-4,0 3 4,0-1 3,0 3-2,0-4 7,0-1-7,0 1-8,0 0 6,0 1-3,0 1 5,0-2-1,2 2-2,-2 0 2,0-3 2,0 2-3,2 2 5,-2-3-4,0 2 2,-1 2-2,0-3 3,-1 3-4,2-3 3,0 3 1,0-4-4,-1 4 5,-1-3-2,2 0-2,0 0 0,0 1 4,0-2-3,-1 2-1,-2 0-3,3 2 3,0-5 3,0 4-5,0-2 1,3 0-1,-6 0-1,6-1 5,-2 5-3,-2-5 3,-2 4-2,3-3 0,0 4-1,0-2-1,-1-2 0,-1 2 2,2-1 2,0-1-3,-1 3-2,-2 1 5,3-2-2,0 4-2,-1-7-5,-1 1 4,2 1 0,0-2-1,0 2 2,-4-1 12,4 0-13,0 0-1,-3-2 0,3 7-1,0-5 4,0 0 0,0 1 2,-3 0-5,3 3 5,-1-4-2,1 2 1,-3-2-3,3 0 2,0 1 1,-3-1 0,3 4 0,-1-1-3,-2-2 37,3-2-13,-3 3 1,3-3-6,-4 4 0,4 1 0,-3-4-2,3 2-4,0 3 0,-3-3-2,2-1-2,0-1 2,1 1-4,-2 1 2,2 1 0,-3-3-3,3 0-1,-2 1 1,0-2-1,2 6-5,-3-5 5,3 1 1,-2 4-1,0-5-2,2 0 0,-1 0-4,1 0 1,-2 0 3,2 0 0,0 1 3,-3 1-5,2-2 0,1-1 2,-1 1 1,-1-1-6,2 2 0,-1-3 1,-1 2 2,2 1 5,-1-2-5,-2 1-3,3 0 4,-4 0-1,4-1-1,-3 5-1,2-5 0,-1 1 1,2-1 4,-2 3-3,0-3 3,1 2-3,-1-2 5,2 2-7,-2 3-1,0-6 3,2 1 0,0 2 1,-1 3-32,-1-4 5,1-1 6,-1 1 0,1-1 8,0 0 2,-1 0-3,1 0-4,1-1 2,-3 1 2,3-2 5,-1 1-3,2 1 6,-2-1-7,1-1 4,0-1 5,-2 2-6,2 0 7,0 1-1,-1-3-4,-1 0 2,2 2 1,0 0-1,0 1-3,0-1 1,-2 0 2,0-3 5,2 3-2,0-1-2,-1-2-1,1 1 4,0 0 2,-2 0-2,2 2 0,0-2 0,-1-1-1,0 2 3,-1-2-2,2 0-1,0 2 2,0-4 11,0 3-15,-1-2 4,1 2-1,0-2 3,0 0 2,-2 0-5,2 1-2,0-1 0,0-3 3,0 4-1,0-2 1,0 0-1,0-2-2,0 4 6,0-4 0,0 3 3,0-3-1,0 0 2,0 3 0,0-3 1,0 2 6,0-2-11,0 0 2,0 0 1,0 4-2,0-4-2,0 0 8,0 0-2,0 0 1,0 0 0,3 3-2,-3-3 2,0 0 5,6 0 12,-6 0-8,7-1 0,-7 1-9,7 0 2,-7 0-3,8-1 3,-3 0 3,0 1 11,2-2 3,0 1-11,0 0-2,2-1 1,-1 1-2,2-1-6,1-1 4,-1 3-1,-3-2 1,9-2 7,-8 2-10,5 0 2,0-2-4,1 2-4,1 0 4,-1 0-5,-1-1 2,2 2-1,-3 1 0,3-2 4,-1 0 10,0 1-13,-1 0 0,1 1-6,0-3 7,0 2 0,0 0 1,0-1-8,-1 0 2,0 4 3,-1-2 2,-2-2-3,3 4-1,1-4-1,-1 2 2,-3 0-1,4-2 4,-4 2-6,4 0 4,-2-2-2,2 2-6,-1 2 2,-2-4 14,3 2-11,-4-2 0,4 0-2,-1 2 3,1 1-1,-3-1 2,-1-1-5,0 2 0,1-3 0,2 2 2,-2 1 2,-1-2 4,0 1-5,4-2 0,-3 1 3,-1 1-2,0 0-5,1-1 8,-1 1-5,3 0 1,-5 0 0,2 1 0,0-2 0,1 1 6,-2 1-3,-1-2-6,2 2-2,1-1 1,2 2 4,1-1 5,0-1-4,-4 2-1,1-2-3,-1 1 5,0 1-3,1-2-2,-1 0 13,0 0-11,4 0-4,0-2 6,-5 4-2,1-2-1,2-2 4,-2 4-1,1-2-10,2 0 7,1 0 4,-1 0 1,-3 0 3,2 0-3,4 0 0,-4 0-7,3 0 7,-3 0-5,2 0 1,0 2 10,-1-2-9,1-2 0,3 2-4,-3 0 5,0 0-1,0 0-1,-1 0-2,1 0-2,2-2 8,-2 1-1,1 0-2,-1 0-1,0 1 2,-1 0-1,1-3-2,0 4 1,2-2 1,-1-1 3,-1 3-10,0-1 11,-1-1-4,3 1-1,-1 0 1,0 0 1,2 0-2,0 0 2,-3 1 0,3-1-1,-3-1 1,0 3 1,2-3-2,-1 0-2,2 1 8,3 1-11,-6 0 6,0-2 2,3 1-4,-3 0-1,0 0 2,3-1 1,-3 1-4,3 0 5,-3 0 3,3-3-10,-3 3 9,3 0-6,0 0 3,-3 0 2,3 0-3,0-1 4,-2 2-10,2-2 11,-4 0-2,3 1-7,-1-1 5,3-1-3,-5 2 4,1-2 1,2 1-1,-1 0 1,6-1-7,-7 2 8,3 0-9,4-2 3,-7 1 4,9 1-2,-9-2 0,7 0 5,-4 2-3,-1 0 1,-1 0-2,1 0 1,-1-1-1,3 1-3,-5-2 3,5 0 1,-2 2-6,-1-2 4,1 2 6,5-1-5,-7 1-5,0 0 4,0-2-3,2 2 4,-1-1-1,-1-1-1,2 0 2,-1 2 0,-1 0-4,3-1 2,-3 0 3,2 0-1,-1 0 5,-1 1-8,3-1 0,-3 1 4,2-2 1,-1 0-8,-2 2 5,10 0 8,-8-2-8,6 0 0,0 1-2,-5 0 0,6 1 1,-5-1 4,-1 0-6,6-1 12,-6-1-10,-1 2 4,5 0-6,1-1 4,0 1 1,0-1 0,-5 2 0,5 0-2,-7 0-8,3-2 12,4 1-7,-4 1 6,-1-1-5,5 2 7,-2-2-2,-2 1-3,6-1-6,-8 0 7,8-1 2,-2 2-1,2-2-5,-4 2 6,5-1-2,-3-1-5,-1 1 9,3 1-5,-8-2 1,6 0 2,5-1-2,-3 1 0,1 1 3,0 0-2,0-1 4,-1 0-7,2-1 7,-2 0 0,2 2-6,-1-1-3,0-1 4,1 3-1,-2 0 4,2-1 0,-1 1-1,0-1 5,0-3-3,0 3-3,1-1-3,-1 1 7,0 0-7,-1-2 1,2 2 3,-4-1-4,2 0 2,-1 2 4,4-5 2,-1 5-5,-1-1 7,1-2-5,-1 0 0,0 1-2,0 1-2,2 0 3,-3-1 0,0-1-7,1 3 8,-3-1-4,3 0 0,0 0 1,-3 1-4,3-1 9,-3-2-6,3 3 4,-3-1-6,0-1 0,-1 1 2,1-1-1,0 0 3,-1 2 0,3-2-1,-1 2-1,-1-1 3,-5-1 2,-1 1 14,2 0-22,7-1 14,-1 1-7,-1 0-3,2 0-1,-3 0 0,0 1 0,-1-2 2,-4 2-1,-1-2-4,6 2 16,-4-1-12,0-1-3,4 1 2,-5 1 2,5-2 0,-6 2-2,2 0 0,4-2 3,-1 1-1,-4 1 2,-1-1 10,3 0-7,-2 0-9,-1 0 5,2 2-3,-1-2 1,-1 0-10,2-1 10,4 1 3,-4 0-3,4 1 2,-4-2-7,-3 2 7,3-2 7,-1 1-5,5 1 2,0-3-6,0 2 0,0 1-4,-7 0 6,7 0-7,-5-1 3,1-1 17,-2 2-14,-1-1-2,2-1-3,-1 0-1,1 2 5,-1 0-3,2-2-1,-3 2 2,0 0 0,3 0-1,-3 0 5,-1 0-1,-2-1 11,2 1-16,-2 0 5,1-2-3,-3 4 3,1-4-7,0 5 5,1-3-5,-5 0 4,5 2 1,-4-2 2,0 2-1,-1-1-4,1-1 8,-1 1-2,-6-1-2,10-1 1,-10 1 1,7 1-4,-7-1 2,7 0-1,-7 0-3,0 0 5,8 0 7,-8 0-14,0 0 2,4 1 5,-4-1-1,0 0-3,0 0-2,0 0-3,0 0 4,7 1 2,-7-1 10,0 0-5,0 0-8,0 0 0,5 2 6,-5-2 2,0 0-1,0 0-4,5 1 2,-5-1-3,0 0-1,0 0 6,7 0-3,-7 0-1,7 3 3,-7-3-2,6 1-2,-6-1 1,8 0 2,-8 0-1,7 0 0,-7 0 2,10 2-5,-10-2 10,7 1-5,-7-1-1,7-1-6,-7 1-2,10 0 5,-10 0 6,7 0-1,-7 0 0,9-3 1,-9 3-4,8 0-6,-8 0 9,10 0-8,-10 0-1,7 1 11,-7-1 1,7 1-7,-7-1 2,0 0-5,10-1 2,-10 1 4,6 1-6,-6-1 10,5 2-13,-5-2 4,0 0 3,10 0 1,-10 0-5,4 1 5,-4-1-4,0 0 3,0 0-6,0 0-5,0 0-7,7 0-11,-7 0-11,0 0-6,0 0-13,0 0-13,0 0-11,0 0-21,0 0-16,0 0-22,0 0-30,5-3-19,-5 3-26,0 0-13,-9-14-31,5 7-188,-3-4-484,-3-1 215</inkml:trace>
  <inkml:trace contextRef="#ctx0" brushRef="#br1" timeOffset="391051.4402">11190 8453 51,'0'0'101,"-5"-1"0,5 1 4,0 0-1,0 0 2,0 0 1,0 0 4,0 0 3,0 0-1,0 0 2,0 0 4,0 0 0,0 0 2,0 0-4,0 0 1,0 0 3,0 0 0,0 0-5,0 0-3,0 0 7,0 0-5,0 0-1,0 0-8,0 0-8,0 0-9,0 0-5,0 0-4,0 0 4,0 0-5,0 0-10,0 0-9,12 3 4,-9-2 8,4-1 1,3 1-3,0-1-9,0 0-1,4 2 2,7-4-3,-1 2-3,-1 0-5,5 0-1,-3-1-6,6 0-6,-1 0 3,0 0-5,1 0-2,1-1 0,0 0-2,13 0-3,-14 0-1,4 0-3,-1 1-8,9-5 6,-9 5 1,-2 0-6,1-2-7,-2 2 2,11-2 4,-10 2-2,3 1-4,-2-1-4,-3 1 15,5 0-11,7 0-2,-11 0-5,4 1 2,-3 0 0,0-1 5,3 2-2,7-2-6,-1 0 3,-6 1-6,7-1 11,0 0-3,-7 1-5,7-2 4,0 1-9,-7-3 7,7 3 1,-8 0-8,9-1 6,-1 1-4,0-1 7,-7 1-3,7-2-4,2 1 5,-11 0-10,12 2 4,-3 0 7,0-3-6,0 3 0,-7-2 5,7 0-6,0 1-3,0 0 4,-10 0 0,13-1-1,-10 1-6,9-4 4,-1 2 5,3 1-4,-4-1 2,0 0 2,3 0 5,-3-2-5,2 3 4,-11 0-1,11 0 1,-11 0-9,11 0-4,-11 1 5,8 0 3,-9-1 2,0 1-2,3 0-3,-1 0 2,8-4-3,1 4-1,-10 0 7,0 0 10,11 0-8,-14 0 1,4-1-9,9-1 3,-1 2-3,-11 0-7,14 2 11,-13-4 3,13 2-4,-13 0-1,3 0 0,7 0 2,-8-1-4,12 1 9,-14 0-1,2 0 10,9 1-18,-1-1 10,-10 0-11,13 0 2,-11 0-1,8 0 2,-10 0 0,13 0-3,-3 2 5,0-1 1,-10-1-5,3 0 4,7 0 3,-10 4-8,2-7 6,-2 6-2,14-3-2,-12 0 1,8 0 0,-8 1-4,-1-1 5,-1 2 2,3-2 0,-4 1 2,4 0-6,-3 0 2,2 1 3,-1 0 1,-2 0-6,1 0 3,0-2-1,1 0 3,0 1-4,-1 0 4,-1 0-5,1-1-2,0-1 4,1 0 2,0 0 0,1 1-5,-1-1 4,1-2-3,0 3 0,-1 0 0,-1-3 5,-1 2-5,1-1 6,-1 1-2,1 1 1,-2-2-2,0 1-2,4-2 4,-3 2-1,-1 0-4,-2-1 3,0 1-2,0-1 1,0 2-1,0 0 1,-1 0 1,-2 1 2,0-2-5,0 0 4,-3 1-3,-4-1 13,6 1-9,-4-2-6,-1 2-2,1 0 13,1-2-10,-2 2 0,1 0 0,0 0 2,-4-1 0,3 1-1,-1 0 0,0 1 3,-1-1-2,1 0-5,-3-1 9,-1 1-3,1-1-1,-1 1 7,0 0-10,0-1 5,0 1-5,0 0-1,0 0 4,-2 0 13,3-2-13,-1 2-3,-3-1 2,3 1-2,-3 0-4,3 0 6,-3 0-1,-1 0 2,-1 0 1,2 0-8,-1 0 10,1 1 0,-3-1-3,5 0 3,-4 2-3,1-2 5,1 0-3,0 0-3,0 1-2,0-1 0,-1 1-2,-1-1 9,1 0 2,1 0-10,0 0 5,-3 1-2,2-1 4,-2 0-7,3 2-1,-4-2 4,4 0 1,-7 0 1,7 0-5,-7 0 3,7 2-1,-7-2 7,3 0-1,-3 0-1,0 0 2,6 0-5,-6 0-5,0 0 4,0 0-5,3 2 10,-3-2-4,0 0 0,0 0 2,0 0-1,0 0 0,0 0-1,0 0-6,0 0 7,0 0-2,0 0 0,0 0 0,0 0 4,2 2 0,-2-2-6,0 0-2,0 4 14,0 0-14,0-1 10,-1-1-2,1 3 2,-1 1-3,2 0 2,-2 1-4,1 0 3,-2 0-9,2-1 14,0 3-8,0 1 6,-1-2-4,1 1 1,0-1 4,0 4 1,0-2 5,0 3-6,0-4 1,-2 3-4,2 0 2,-3 0 0,2 1 3,1 0 5,0-1 0,0 0-2,0 1 3,0 2-1,0-2-4,0 1 4,0 0-6,0 0-1,0 0 0,1 0 2,1 0 2,1 2-2,-2-2-3,-1 0 2,2-1-6,0 1-1,0 0 6,-1 0-3,2 1 4,-2 1-2,2-1-1,-1-1 2,0 0-4,1 1 2,-1 3 1,-1 0-3,0-1 5,2-2-5,-3-1 5,2 4-3,-1-3 4,0 4 1,2-4-5,-3-2 0,3 0-3,-1 6 5,0 0 0,0-4-9,-2 0 9,1-1-9,-1 0 7,3 0-6,-3 0 6,1 0 0,1 5 6,-1-5-10,-1 0 3,0 1 1,2-1 0,-1 5 3,-1-5-3,0 1-4,0 3-1,3 1 2,-3-5 1,0 0-2,1 1 0,-1-1 1,0 1 14,0 0-13,3 0-3,-4-1-3,1 1 3,0-1-1,-2 0 3,2 6 0,0-6-1,-1 3 1,1-3 1,-2 0-1,2 1-2,0-1-6,0 6 5,0-2 2,-1-3 1,1 0 0,0 5 0,0-5-2,0-1-2,1 5 4,-2-4 0,1 4-1,0-4-8,3-1 9,-3 5-2,0-3-3,1-2 5,-2 1-2,2 6 3,-1-6 0,2 4-4,-1-5-3,-1 0 6,1 1-2,1 3 5,-1-4 7,1 1-13,-1 3-4,-1-4 6,0 1 1,0-1 1,2 1-5,-1 0 2,0-1-2,1 5 0,-2-4 3,0-1-2,1 1-1,1 5-1,-2-7 5,2 6-9,-2-5 3,0 7 5,0-8-1,2 3-3,-1-1 6,1 4-4,-1-6-1,-1 2 2,0 4-4,0-4 4,0-1-2,1 0-2,-2 5 8,1 0-9,0-5 1,1 0 7,2 6 11,-3-6-19,0 2 0,2-2 6,-1 4-8,0 0 10,-1-3-4,3-1-1,-3 1 4,3 4-4,-3-5 5,4 5 1,-4 1-4,3-6 1,-3 1 0,0 0-7,0 5 5,4-6 0,-4 6 1,0-6 2,0 0-3,0 2 2,3 2 10,-3-3-13,-3 6 1,6-4 3,-3-2 2,0 3-4,0-3-1,0 5 1,0-2-4,0-3 2,3-1 3,-3 5 3,4 0-4,-4 0-4,0-5-2,0 2 8,3-1-3,-3 0 2,4 3 0,-4-4-3,3 6-1,0-6 0,-2 2 2,1-2 3,-4 5-1,5-2-5,0-2 4,-6-1-1,7 2-3,-2-1 2,-1 0 6,1 0-1,-4-1-7,6 5 3,-2-5 0,-1 2 2,2-3-3,-2 7 5,2-6-3,0-1-3,0 2 2,0-1-1,-2 1-2,1 0 3,0 0 4,1-2 5,-3 3-9,4 3-28,-1-1 6,0 0 1,-2-4 3,4 5 6,-4-4-1,3 5 2,-2-5-4,1-1 3,-2 1 0,3 2 2,0 2 6,-1-4 1,0-3-9,0 3 13,0-2-4,2 2-1,-5-2-6,3 1 11,-1 0-8,0-2-1,1 4-4,1-2 9,-4-1 7,3 1-11,0 1 8,1-3 2,0 3 2,-1-2-4,-1-1-4,-1 1 4,3-2-5,-1-1 3,-1 1 2,3 0 0,-1 1-7,-1-3 15,0 0-3,0 0-8,-2 0-2,2-1 0,1 1 0,-4 1 2,3-1 0,0 1 3,-2 1-6,2-2 3,-3-1-1,3 0-1,-2 0 3,1 0 1,1-1 10,-2 0-13,2 1 6,-2 0-5,1-1 8,-1 2-12,2-3 8,-3 2-5,1 0 9,1 0 0,-1-2-11,-1 2 7,2-1-1,-1-1 3,0 2-1,-1-2-1,2-1 0,-1-2-2,2 4-4,-2-1 7,2-2-2,-1 3-3,0 1 4,1-2-4,-3 1-2,3-1 7,-2 2-1,2-2 3,0 1-5,-1 0-2,-1-1 4,0 0 1,1-1-11,-1 0 8,-1 0 4,4 1-5,-4-3 0,2 2 9,-1-1-9,-1-1-4,3 2 2,-3-1 1,1-1 6,-1-3 0,3 4 8,-1 0-10,-1-1-4,-1 1 1,1 0 6,1 1-4,-2-3 3,0 2-5,0-1-1,0-1 0,0-2 5,1 5-1,-1-5-4,0 3 16,2-1-17,-2-2 3,1 2-3,-1-2 5,0 0-8,0 0 0,-1 5 17,-1-2-12,2-3 1,0 0 2,2 4 1,-2-4-5,-2 3 6,2-3-7,0 4-3,0-4 8,0 4 5,0-4-6,0 0 2,0 3-5,0-3-3,0 5 0,0-5 5,0 4 4,0-4-3,0 4-6,0-4 6,0 3 1,0-3 2,-1 4-12,1-4 11,0 0-5,0 0 0,1 3 3,-1-3 5,0 3-7,0-3 2,0 5 0,0-5 1,0 0 3,0 3 7,0-3-11,-1 3 0,1-3 2,0 0 0,0 3-6,0-3 3,0 0-13,1 5 14,-1-2 2,0-3-9,0 3 10,0-3-3,0 0 1,0 4 0,0-4 2,0 3-4,0-3 4,0 0-6,0 0 9,0 0-11,0 0-3,0 0 8,0 0 3,0 0-4,0 0 6,0 0-2,0 0 1,0 0-2,0 0 6,-4 3-1,4-3-4,0 0-4,-3 3 3,0-2 5,3-1 0,-4 3-9,1-3 12,3 0-4,-4 3-2,4-3-5,-1 1-2,1-1 9,-4 1-3,4-1-3,-5 0-3,5 0 3,-7 1-3,7-1 1,-7 0-2,0 1 5,3-1-9,-2 2 2,1-1 6,-1-1 4,3 2-8,-4 0 6,0-2-4,-3 0 4,3 1-1,0 0 3,-3 1-6,3-1-1,0-2-8,-1 3 3,-1-2 7,1 0-10,-2 0 1,4 1-12,-1-1-13,0-1-7,0 1-13,0 0 22,3 0-29,-4 0-18,0-1-25,3 0-35,-1 0-33,-1 1-37,0-1-42,3-1-35,-2 2-27,2 0-181,-6 0-534,5-2 236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FE1C58-9F18-4628-9864-5572358E4393}" type="datetimeFigureOut">
              <a:rPr lang="es-ES" smtClean="0"/>
              <a:t>09/06/2025</a:t>
            </a:fld>
            <a:endParaRPr lang="es-ES"/>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853C86-E268-4801-9E6B-323ED09563B2}" type="slidenum">
              <a:rPr lang="es-ES" smtClean="0"/>
              <a:t>‹Nº›</a:t>
            </a:fld>
            <a:endParaRPr lang="es-ES"/>
          </a:p>
        </p:txBody>
      </p:sp>
    </p:spTree>
    <p:extLst>
      <p:ext uri="{BB962C8B-B14F-4D97-AF65-F5344CB8AC3E}">
        <p14:creationId xmlns:p14="http://schemas.microsoft.com/office/powerpoint/2010/main" val="3712689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85853C86-E268-4801-9E6B-323ED09563B2}" type="slidenum">
              <a:rPr lang="es-ES" smtClean="0"/>
              <a:t>14</a:t>
            </a:fld>
            <a:endParaRPr lang="es-ES"/>
          </a:p>
        </p:txBody>
      </p:sp>
    </p:spTree>
    <p:extLst>
      <p:ext uri="{BB962C8B-B14F-4D97-AF65-F5344CB8AC3E}">
        <p14:creationId xmlns:p14="http://schemas.microsoft.com/office/powerpoint/2010/main" val="799529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597819"/>
            <a:ext cx="7772400" cy="1102519"/>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39569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373662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3305176"/>
            <a:ext cx="7772400" cy="1021556"/>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286013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095611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64773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06544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3329728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1" y="204787"/>
            <a:ext cx="3008313" cy="871538"/>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100988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3600450"/>
            <a:ext cx="5486400" cy="425054"/>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34214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379783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05979"/>
            <a:ext cx="2057400" cy="4388644"/>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05979"/>
            <a:ext cx="6019800" cy="438864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ACA35443-F275-4C48-83CE-91BA2D60FFAC}" type="datetimeFigureOut">
              <a:rPr lang="es-ES" smtClean="0"/>
              <a:t>09/06/2025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E272A45-B069-422D-B516-D65552C92670}" type="slidenum">
              <a:rPr lang="es-ES" smtClean="0"/>
              <a:t>‹Nº›</a:t>
            </a:fld>
            <a:endParaRPr lang="es-ES"/>
          </a:p>
        </p:txBody>
      </p:sp>
    </p:spTree>
    <p:extLst>
      <p:ext uri="{BB962C8B-B14F-4D97-AF65-F5344CB8AC3E}">
        <p14:creationId xmlns:p14="http://schemas.microsoft.com/office/powerpoint/2010/main" val="273716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CA35443-F275-4C48-83CE-91BA2D60FFAC}" type="datetimeFigureOut">
              <a:rPr lang="es-ES" smtClean="0"/>
              <a:t>09/06/2025</a:t>
            </a:fld>
            <a:endParaRPr lang="es-ES"/>
          </a:p>
        </p:txBody>
      </p:sp>
      <p:sp>
        <p:nvSpPr>
          <p:cNvPr id="5" name="4 Marcador de pie de página"/>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E272A45-B069-422D-B516-D65552C92670}" type="slidenum">
              <a:rPr lang="es-ES" smtClean="0"/>
              <a:t>‹Nº›</a:t>
            </a:fld>
            <a:endParaRPr lang="es-ES"/>
          </a:p>
        </p:txBody>
      </p:sp>
    </p:spTree>
    <p:extLst>
      <p:ext uri="{BB962C8B-B14F-4D97-AF65-F5344CB8AC3E}">
        <p14:creationId xmlns:p14="http://schemas.microsoft.com/office/powerpoint/2010/main" val="22922422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customXml" Target="../ink/ink1.xml"/><Relationship Id="rId3" Type="http://schemas.microsoft.com/office/2007/relationships/hdphoto" Target="../media/hdphoto10.wdp"/><Relationship Id="rId7" Type="http://schemas.microsoft.com/office/2007/relationships/hdphoto" Target="../media/hdphoto12.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1.wdp"/><Relationship Id="rId4" Type="http://schemas.openxmlformats.org/officeDocument/2006/relationships/image" Target="../media/image11.png"/><Relationship Id="rId9"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microsoft.com/office/2007/relationships/hdphoto" Target="../media/hdphoto13.wdp"/><Relationship Id="rId7" Type="http://schemas.openxmlformats.org/officeDocument/2006/relationships/image" Target="../media/image16.emf"/><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2.xml"/><Relationship Id="rId5" Type="http://schemas.microsoft.com/office/2007/relationships/hdphoto" Target="../media/hdphoto14.wdp"/><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6.wdp"/><Relationship Id="rId7" Type="http://schemas.openxmlformats.org/officeDocument/2006/relationships/image" Target="../media/image20.emf"/><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customXml" Target="../ink/ink3.xml"/><Relationship Id="rId5" Type="http://schemas.microsoft.com/office/2007/relationships/hdphoto" Target="../media/hdphoto17.wdp"/><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customXml" Target="../ink/ink4.xml"/><Relationship Id="rId4" Type="http://schemas.microsoft.com/office/2007/relationships/hdphoto" Target="../media/hdphoto18.wdp"/></Relationships>
</file>

<file path=ppt/slides/_rels/slide15.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customXml" Target="../ink/ink5.xml"/></Relationships>
</file>

<file path=ppt/slides/_rels/slide16.xml.rels><?xml version="1.0" encoding="UTF-8" standalone="yes"?>
<Relationships xmlns="http://schemas.openxmlformats.org/package/2006/relationships"><Relationship Id="rId8" Type="http://schemas.microsoft.com/office/2007/relationships/hdphoto" Target="../media/hdphoto22.wdp"/><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5.tmp"/><Relationship Id="rId1" Type="http://schemas.openxmlformats.org/officeDocument/2006/relationships/slideLayout" Target="../slideLayouts/slideLayout2.xml"/><Relationship Id="rId6" Type="http://schemas.microsoft.com/office/2007/relationships/hdphoto" Target="../media/hdphoto21.wdp"/><Relationship Id="rId5" Type="http://schemas.openxmlformats.org/officeDocument/2006/relationships/image" Target="../media/image27.png"/><Relationship Id="rId4" Type="http://schemas.microsoft.com/office/2007/relationships/hdphoto" Target="../media/hdphoto20.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28.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tmp"/></Relationships>
</file>

<file path=ppt/slides/_rels/slide26.xml.rels><?xml version="1.0" encoding="UTF-8" standalone="yes"?>
<Relationships xmlns="http://schemas.openxmlformats.org/package/2006/relationships"><Relationship Id="rId3" Type="http://schemas.microsoft.com/office/2007/relationships/hdphoto" Target="../media/hdphoto31.wdp"/><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32.wdp"/><Relationship Id="rId2" Type="http://schemas.openxmlformats.org/officeDocument/2006/relationships/image" Target="../media/image39.png"/><Relationship Id="rId1" Type="http://schemas.openxmlformats.org/officeDocument/2006/relationships/slideLayout" Target="../slideLayouts/slideLayout2.xml"/><Relationship Id="rId5" Type="http://schemas.microsoft.com/office/2007/relationships/hdphoto" Target="../media/hdphoto33.wdp"/><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microsoft.com/office/2007/relationships/hdphoto" Target="../media/hdphoto34.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35.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36.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37.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MX" b="1" dirty="0" smtClean="0"/>
              <a:t>Circuitos </a:t>
            </a:r>
            <a:r>
              <a:rPr lang="es-MX" b="1" dirty="0" err="1" smtClean="0"/>
              <a:t>Combinacionales</a:t>
            </a:r>
            <a:endParaRPr lang="es-ES" b="1" dirty="0"/>
          </a:p>
        </p:txBody>
      </p:sp>
      <p:sp>
        <p:nvSpPr>
          <p:cNvPr id="3" name="2 Subtítulo"/>
          <p:cNvSpPr>
            <a:spLocks noGrp="1"/>
          </p:cNvSpPr>
          <p:nvPr>
            <p:ph type="subTitle" idx="1"/>
          </p:nvPr>
        </p:nvSpPr>
        <p:spPr>
          <a:xfrm>
            <a:off x="1371600" y="2914650"/>
            <a:ext cx="6400800" cy="737220"/>
          </a:xfrm>
        </p:spPr>
        <p:txBody>
          <a:bodyPr>
            <a:normAutofit fontScale="70000" lnSpcReduction="20000"/>
          </a:bodyPr>
          <a:lstStyle/>
          <a:p>
            <a:r>
              <a:rPr lang="es-MX" b="1" dirty="0" smtClean="0">
                <a:solidFill>
                  <a:schemeClr val="bg2">
                    <a:lumMod val="25000"/>
                  </a:schemeClr>
                </a:solidFill>
              </a:rPr>
              <a:t>Tema: </a:t>
            </a:r>
            <a:r>
              <a:rPr lang="es-MX" b="1" dirty="0">
                <a:solidFill>
                  <a:schemeClr val="bg2">
                    <a:lumMod val="25000"/>
                  </a:schemeClr>
                </a:solidFill>
              </a:rPr>
              <a:t>C</a:t>
            </a:r>
            <a:r>
              <a:rPr lang="es-MX" b="1" dirty="0" smtClean="0">
                <a:solidFill>
                  <a:schemeClr val="bg2">
                    <a:lumMod val="25000"/>
                  </a:schemeClr>
                </a:solidFill>
              </a:rPr>
              <a:t>ircuitos Lógicos</a:t>
            </a:r>
          </a:p>
          <a:p>
            <a:r>
              <a:rPr lang="es-MX" b="1" dirty="0" smtClean="0">
                <a:solidFill>
                  <a:schemeClr val="bg2">
                    <a:lumMod val="25000"/>
                  </a:schemeClr>
                </a:solidFill>
              </a:rPr>
              <a:t>Módulo: Lógica Computacional y Algoritmos</a:t>
            </a:r>
            <a:endParaRPr lang="es-ES" b="1" dirty="0">
              <a:solidFill>
                <a:schemeClr val="bg2">
                  <a:lumMod val="25000"/>
                </a:schemeClr>
              </a:solidFill>
            </a:endParaRPr>
          </a:p>
        </p:txBody>
      </p:sp>
      <p:pic>
        <p:nvPicPr>
          <p:cNvPr id="6" name="5 Imagen"/>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6490939" y="915566"/>
            <a:ext cx="1733550" cy="666750"/>
          </a:xfrm>
          <a:prstGeom prst="rect">
            <a:avLst/>
          </a:prstGeom>
        </p:spPr>
      </p:pic>
      <p:sp>
        <p:nvSpPr>
          <p:cNvPr id="7" name="6 CuadroTexto"/>
          <p:cNvSpPr txBox="1"/>
          <p:nvPr/>
        </p:nvSpPr>
        <p:spPr>
          <a:xfrm>
            <a:off x="5508104" y="4174570"/>
            <a:ext cx="3397853" cy="338554"/>
          </a:xfrm>
          <a:prstGeom prst="rect">
            <a:avLst/>
          </a:prstGeom>
          <a:noFill/>
        </p:spPr>
        <p:txBody>
          <a:bodyPr wrap="none" rtlCol="0">
            <a:spAutoFit/>
          </a:bodyPr>
          <a:lstStyle/>
          <a:p>
            <a:r>
              <a:rPr lang="es-MX" sz="1600" dirty="0" smtClean="0">
                <a:solidFill>
                  <a:schemeClr val="bg2">
                    <a:lumMod val="25000"/>
                  </a:schemeClr>
                </a:solidFill>
                <a:latin typeface="Arial" pitchFamily="34" charset="0"/>
                <a:cs typeface="Arial" pitchFamily="34" charset="0"/>
              </a:rPr>
              <a:t>Prof. Lic. </a:t>
            </a:r>
            <a:r>
              <a:rPr lang="es-MX" sz="1600" dirty="0" err="1" smtClean="0">
                <a:solidFill>
                  <a:schemeClr val="bg2">
                    <a:lumMod val="25000"/>
                  </a:schemeClr>
                </a:solidFill>
                <a:latin typeface="Arial" pitchFamily="34" charset="0"/>
                <a:cs typeface="Arial" pitchFamily="34" charset="0"/>
              </a:rPr>
              <a:t>Tejerina</a:t>
            </a:r>
            <a:r>
              <a:rPr lang="es-MX" sz="1600" dirty="0" smtClean="0">
                <a:solidFill>
                  <a:schemeClr val="bg2">
                    <a:lumMod val="25000"/>
                  </a:schemeClr>
                </a:solidFill>
                <a:latin typeface="Arial" pitchFamily="34" charset="0"/>
                <a:cs typeface="Arial" pitchFamily="34" charset="0"/>
              </a:rPr>
              <a:t> Moran, Fernanda</a:t>
            </a:r>
            <a:endParaRPr lang="es-ES" sz="1600" dirty="0">
              <a:solidFill>
                <a:schemeClr val="bg2">
                  <a:lumMod val="25000"/>
                </a:schemeClr>
              </a:solidFill>
              <a:latin typeface="Arial" pitchFamily="34" charset="0"/>
              <a:cs typeface="Arial" pitchFamily="34" charset="0"/>
            </a:endParaRPr>
          </a:p>
        </p:txBody>
      </p:sp>
      <p:sp>
        <p:nvSpPr>
          <p:cNvPr id="9" name="8 Rectángulo"/>
          <p:cNvSpPr/>
          <p:nvPr/>
        </p:nvSpPr>
        <p:spPr>
          <a:xfrm>
            <a:off x="0" y="0"/>
            <a:ext cx="9144000" cy="555526"/>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0" y="4594391"/>
            <a:ext cx="9144000" cy="555526"/>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172236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smtClean="0"/>
              <a:t>Circuitos lógicos</a:t>
            </a:r>
            <a:endParaRPr lang="es-ES" b="1" dirty="0"/>
          </a:p>
        </p:txBody>
      </p:sp>
      <p:sp>
        <p:nvSpPr>
          <p:cNvPr id="3" name="2 Marcador de contenido"/>
          <p:cNvSpPr>
            <a:spLocks noGrp="1"/>
          </p:cNvSpPr>
          <p:nvPr>
            <p:ph idx="1"/>
          </p:nvPr>
        </p:nvSpPr>
        <p:spPr>
          <a:xfrm>
            <a:off x="539552" y="1059582"/>
            <a:ext cx="8229600" cy="3805070"/>
          </a:xfrm>
        </p:spPr>
        <p:txBody>
          <a:bodyPr>
            <a:normAutofit fontScale="47500" lnSpcReduction="20000"/>
          </a:bodyPr>
          <a:lstStyle/>
          <a:p>
            <a:pPr marL="0" indent="0" algn="just">
              <a:buNone/>
            </a:pPr>
            <a:r>
              <a:rPr lang="es-MX" dirty="0" smtClean="0"/>
              <a:t>Los circuitos lógicos para sistemas digitales pueden ser </a:t>
            </a:r>
          </a:p>
          <a:p>
            <a:pPr marL="987425" algn="just"/>
            <a:r>
              <a:rPr lang="es-MX" b="1" dirty="0" err="1" smtClean="0"/>
              <a:t>Combinacionales</a:t>
            </a:r>
            <a:endParaRPr lang="es-MX" b="1" dirty="0"/>
          </a:p>
          <a:p>
            <a:pPr marL="987425" algn="just"/>
            <a:r>
              <a:rPr lang="es-MX" b="1" dirty="0" smtClean="0"/>
              <a:t>Secuenciales  </a:t>
            </a:r>
          </a:p>
          <a:p>
            <a:pPr marL="0" indent="0">
              <a:buNone/>
            </a:pPr>
            <a:endParaRPr lang="es-MX" dirty="0"/>
          </a:p>
          <a:p>
            <a:pPr marL="0" indent="0">
              <a:buNone/>
            </a:pPr>
            <a:endParaRPr lang="es-MX" dirty="0" smtClean="0"/>
          </a:p>
          <a:p>
            <a:pPr marL="0" indent="0" algn="just">
              <a:buNone/>
            </a:pPr>
            <a:r>
              <a:rPr lang="es-MX" sz="3800" dirty="0" smtClean="0"/>
              <a:t>Un </a:t>
            </a:r>
            <a:r>
              <a:rPr lang="es-MX" sz="3800" b="1" dirty="0" smtClean="0"/>
              <a:t>circuito </a:t>
            </a:r>
            <a:r>
              <a:rPr lang="es-MX" sz="3800" b="1" dirty="0" err="1" smtClean="0"/>
              <a:t>combinacional</a:t>
            </a:r>
            <a:r>
              <a:rPr lang="es-MX" sz="3800" b="1" dirty="0" smtClean="0"/>
              <a:t> </a:t>
            </a:r>
            <a:r>
              <a:rPr lang="es-MX" sz="3800" dirty="0" smtClean="0"/>
              <a:t>consiste en compuertas lógicas cuyas salidas en cualquier momento están determinadas por la combinación actual de entradas. Un circuito </a:t>
            </a:r>
            <a:r>
              <a:rPr lang="es-MX" sz="3800" dirty="0" err="1" smtClean="0"/>
              <a:t>combinacional</a:t>
            </a:r>
            <a:r>
              <a:rPr lang="es-MX" sz="3800" dirty="0" smtClean="0"/>
              <a:t> realiza una operación que se puede especificar lógicamente con un conjunto de funciones booleanas.</a:t>
            </a:r>
          </a:p>
          <a:p>
            <a:pPr marL="0" indent="0">
              <a:buNone/>
            </a:pPr>
            <a:endParaRPr lang="es-MX" sz="3800" dirty="0" smtClean="0"/>
          </a:p>
          <a:p>
            <a:pPr marL="0" indent="0" algn="just">
              <a:buNone/>
            </a:pPr>
            <a:r>
              <a:rPr lang="es-MX" sz="3800" dirty="0" smtClean="0"/>
              <a:t>Los </a:t>
            </a:r>
            <a:r>
              <a:rPr lang="es-MX" sz="3800" b="1" dirty="0" smtClean="0"/>
              <a:t>circuitos secuenciales </a:t>
            </a:r>
            <a:r>
              <a:rPr lang="es-MX" sz="3800" dirty="0" smtClean="0"/>
              <a:t>usan elementos de almacenamiento además de compuertas lógicas, y sus salidas son función de las entradas y del estado de los elementos de almacenamiento. Esto último, a su vez, es función de entradas anteriores. Por ello, las salidas de un circuito secuencial dependen no sólo de los valores actuales de las entradas, sino también de entradas anteriores, y el comportamiento del circuito se debe especificar con una sucesión temporal de entradas y estados internos.</a:t>
            </a:r>
          </a:p>
          <a:p>
            <a:endParaRPr lang="es-ES" dirty="0"/>
          </a:p>
        </p:txBody>
      </p:sp>
      <p:sp>
        <p:nvSpPr>
          <p:cNvPr id="7" name="6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2" name="21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22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4564202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b="1" dirty="0" smtClean="0"/>
              <a:t>Circuitos </a:t>
            </a:r>
            <a:r>
              <a:rPr lang="es-MX" b="1" dirty="0" err="1" smtClean="0"/>
              <a:t>Combinacionales</a:t>
            </a:r>
            <a:endParaRPr lang="es-ES" b="1" dirty="0"/>
          </a:p>
        </p:txBody>
      </p:sp>
      <p:sp>
        <p:nvSpPr>
          <p:cNvPr id="3" name="2 Marcador de contenido"/>
          <p:cNvSpPr>
            <a:spLocks noGrp="1"/>
          </p:cNvSpPr>
          <p:nvPr>
            <p:ph idx="1"/>
          </p:nvPr>
        </p:nvSpPr>
        <p:spPr>
          <a:xfrm>
            <a:off x="539552" y="1200151"/>
            <a:ext cx="7992888" cy="3394472"/>
          </a:xfrm>
        </p:spPr>
        <p:txBody>
          <a:bodyPr/>
          <a:lstStyle/>
          <a:p>
            <a:pPr marL="0" indent="0" algn="just">
              <a:buNone/>
            </a:pPr>
            <a:r>
              <a:rPr lang="es-MX" sz="2000" dirty="0" smtClean="0"/>
              <a:t>Son aquellas configuraciones de n entradas y m salidas, tal que su salida o salidas dependen exclusivamente del estado actual de sus variables de entrada, independientemente del factor tiempo.</a:t>
            </a:r>
          </a:p>
          <a:p>
            <a:pPr marL="0" indent="0" algn="just">
              <a:buNone/>
            </a:pPr>
            <a:endParaRPr lang="es-MX" sz="2000" dirty="0" smtClean="0"/>
          </a:p>
          <a:p>
            <a:pPr marL="0" indent="0" algn="just">
              <a:buNone/>
            </a:pPr>
            <a:endParaRPr lang="es-MX" sz="2000" dirty="0" smtClean="0"/>
          </a:p>
          <a:p>
            <a:pPr marL="0" indent="0">
              <a:buNone/>
            </a:pPr>
            <a:endParaRPr lang="es-ES" dirty="0"/>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043608" y="2340144"/>
            <a:ext cx="6962757" cy="1887790"/>
          </a:xfrm>
          <a:prstGeom prst="rect">
            <a:avLst/>
          </a:prstGeom>
        </p:spPr>
      </p:pic>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666142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Circuitos </a:t>
            </a:r>
            <a:r>
              <a:rPr lang="es-MX" dirty="0" err="1" smtClean="0"/>
              <a:t>Combinacionales</a:t>
            </a:r>
            <a:endParaRPr lang="es-ES" dirty="0"/>
          </a:p>
        </p:txBody>
      </p:sp>
      <p:pic>
        <p:nvPicPr>
          <p:cNvPr id="4" name="3 Marcador de contenido" descr="Recorte de pantalla"/>
          <p:cNvPicPr>
            <a:picLocks noGrp="1" noChangeAspect="1"/>
          </p:cNvPicPr>
          <p:nvPr>
            <p:ph idx="1"/>
          </p:nvPr>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tretch>
            <a:fillRect/>
          </a:stretch>
        </p:blipFill>
        <p:spPr>
          <a:xfrm>
            <a:off x="2915816" y="1131590"/>
            <a:ext cx="3367419" cy="3394075"/>
          </a:xfrm>
        </p:spPr>
      </p:pic>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871780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MX" sz="3200" dirty="0" smtClean="0"/>
              <a:t>Circuitos </a:t>
            </a:r>
            <a:r>
              <a:rPr lang="es-MX" sz="3200" dirty="0" err="1" smtClean="0"/>
              <a:t>Combinacionales</a:t>
            </a:r>
            <a:r>
              <a:rPr lang="es-MX" sz="3200" dirty="0" smtClean="0"/>
              <a:t> aritméticos, SUMA</a:t>
            </a:r>
            <a:endParaRPr lang="es-ES" sz="3200" dirty="0"/>
          </a:p>
        </p:txBody>
      </p:sp>
      <p:sp>
        <p:nvSpPr>
          <p:cNvPr id="3" name="2 Marcador de contenido"/>
          <p:cNvSpPr>
            <a:spLocks noGrp="1"/>
          </p:cNvSpPr>
          <p:nvPr>
            <p:ph idx="1"/>
          </p:nvPr>
        </p:nvSpPr>
        <p:spPr>
          <a:xfrm>
            <a:off x="467544" y="1059582"/>
            <a:ext cx="8229600" cy="3747863"/>
          </a:xfrm>
        </p:spPr>
        <p:txBody>
          <a:bodyPr>
            <a:noAutofit/>
          </a:bodyPr>
          <a:lstStyle/>
          <a:p>
            <a:pPr marL="0" indent="0" algn="just">
              <a:spcAft>
                <a:spcPts val="600"/>
              </a:spcAft>
              <a:buNone/>
            </a:pPr>
            <a:r>
              <a:rPr lang="es-MX" sz="1600" dirty="0" smtClean="0"/>
              <a:t>Las computadoras digitales efectúan diversas tareas de procesamiento de información. Entre esas funciones están las operaciones aritméticas. </a:t>
            </a:r>
          </a:p>
          <a:p>
            <a:pPr marL="0" indent="0" algn="just">
              <a:spcAft>
                <a:spcPts val="600"/>
              </a:spcAft>
              <a:buNone/>
            </a:pPr>
            <a:r>
              <a:rPr lang="es-MX" sz="1600" dirty="0" smtClean="0"/>
              <a:t>La operación aritmética más básica es la suma de dos dígitos binarios. Esta suma simple consiste en cuatro posibles operaciones elementales: 0+0=0, 0+1=1, 1+0=1 y 1+1=10. </a:t>
            </a:r>
          </a:p>
          <a:p>
            <a:pPr marL="0" indent="0" algn="just">
              <a:spcAft>
                <a:spcPts val="600"/>
              </a:spcAft>
              <a:buNone/>
            </a:pPr>
            <a:r>
              <a:rPr lang="es-MX" sz="1600" dirty="0" smtClean="0"/>
              <a:t>Las primeras tres operaciones producen una suma de un dígito, pero cuando ambos bits sumandos son 1, la suma binaria consta de dos dígitos. El bit más significativo de este resultado se denomina acarreo (</a:t>
            </a:r>
            <a:r>
              <a:rPr lang="es-MX" sz="1600" dirty="0" err="1" smtClean="0"/>
              <a:t>carry</a:t>
            </a:r>
            <a:r>
              <a:rPr lang="es-MX" sz="1600" dirty="0" smtClean="0"/>
              <a:t>, en inglés). Cuando ambos sumandos contienen más dígitos significativos, el acarreo obtenido de la suma de dos bits se suma al siguiente par más alto de bits significativos. </a:t>
            </a:r>
          </a:p>
          <a:p>
            <a:pPr marL="0" indent="0" algn="just">
              <a:spcAft>
                <a:spcPts val="600"/>
              </a:spcAft>
              <a:buNone/>
            </a:pPr>
            <a:r>
              <a:rPr lang="es-MX" sz="1600" dirty="0" smtClean="0"/>
              <a:t>Un circuito </a:t>
            </a:r>
            <a:r>
              <a:rPr lang="es-MX" sz="1600" dirty="0" err="1" smtClean="0"/>
              <a:t>combinacional</a:t>
            </a:r>
            <a:r>
              <a:rPr lang="es-MX" sz="1600" dirty="0"/>
              <a:t> </a:t>
            </a:r>
            <a:r>
              <a:rPr lang="es-MX" sz="1600" dirty="0" smtClean="0"/>
              <a:t>que realiza la suma de dos bits se denomina semisumador; uno que realiza la suma de tres bits (dos bits significativos y un acarreo previo) es un sumador completo. Los nombres de los circuitos provienen del hecho de que es posible usar dos semisumadores para implementar un sumador completo.</a:t>
            </a:r>
            <a:endParaRPr lang="es-ES" sz="1600"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5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233872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05979"/>
            <a:ext cx="8229600" cy="709587"/>
          </a:xfrm>
        </p:spPr>
        <p:txBody>
          <a:bodyPr>
            <a:normAutofit/>
          </a:bodyPr>
          <a:lstStyle/>
          <a:p>
            <a:r>
              <a:rPr lang="es-MX" sz="4000" dirty="0" smtClean="0"/>
              <a:t>SUMADOR</a:t>
            </a:r>
            <a:endParaRPr lang="es-ES" sz="4000" dirty="0"/>
          </a:p>
        </p:txBody>
      </p:sp>
      <p:sp>
        <p:nvSpPr>
          <p:cNvPr id="3" name="2 Marcador de contenido"/>
          <p:cNvSpPr>
            <a:spLocks noGrp="1"/>
          </p:cNvSpPr>
          <p:nvPr>
            <p:ph idx="1"/>
          </p:nvPr>
        </p:nvSpPr>
        <p:spPr>
          <a:xfrm>
            <a:off x="467544" y="915566"/>
            <a:ext cx="8229600" cy="3394472"/>
          </a:xfrm>
        </p:spPr>
        <p:txBody>
          <a:bodyPr>
            <a:normAutofit/>
          </a:bodyPr>
          <a:lstStyle/>
          <a:p>
            <a:pPr marL="0" indent="0">
              <a:buNone/>
            </a:pPr>
            <a:r>
              <a:rPr lang="es-MX" sz="2400" b="1" dirty="0" smtClean="0"/>
              <a:t>Sumadores</a:t>
            </a:r>
          </a:p>
          <a:p>
            <a:pPr marL="0" indent="0">
              <a:buNone/>
            </a:pPr>
            <a:r>
              <a:rPr lang="es-MX" sz="2400" b="1" dirty="0" smtClean="0">
                <a:solidFill>
                  <a:schemeClr val="tx2">
                    <a:lumMod val="75000"/>
                  </a:schemeClr>
                </a:solidFill>
              </a:rPr>
              <a:t>Semisumador                       Sumador Completo</a:t>
            </a:r>
          </a:p>
          <a:p>
            <a:pPr marL="0" indent="0">
              <a:buNone/>
            </a:pPr>
            <a:r>
              <a:rPr lang="es-MX" sz="2400" dirty="0" smtClean="0"/>
              <a:t>                                                 </a:t>
            </a:r>
            <a:endParaRPr lang="es-ES" sz="2400" dirty="0"/>
          </a:p>
        </p:txBody>
      </p:sp>
      <p:graphicFrame>
        <p:nvGraphicFramePr>
          <p:cNvPr id="4" name="3 Tabla"/>
          <p:cNvGraphicFramePr>
            <a:graphicFrameLocks noGrp="1"/>
          </p:cNvGraphicFramePr>
          <p:nvPr>
            <p:extLst>
              <p:ext uri="{D42A27DB-BD31-4B8C-83A1-F6EECF244321}">
                <p14:modId xmlns:p14="http://schemas.microsoft.com/office/powerpoint/2010/main" val="1873020292"/>
              </p:ext>
            </p:extLst>
          </p:nvPr>
        </p:nvGraphicFramePr>
        <p:xfrm>
          <a:off x="539552" y="1823070"/>
          <a:ext cx="1913684" cy="1629748"/>
        </p:xfrm>
        <a:graphic>
          <a:graphicData uri="http://schemas.openxmlformats.org/drawingml/2006/table">
            <a:tbl>
              <a:tblPr firstRow="1" bandRow="1">
                <a:tableStyleId>{5940675A-B579-460E-94D1-54222C63F5DA}</a:tableStyleId>
              </a:tblPr>
              <a:tblGrid>
                <a:gridCol w="398780"/>
                <a:gridCol w="398780"/>
                <a:gridCol w="558062"/>
                <a:gridCol w="558062"/>
              </a:tblGrid>
              <a:tr h="331237">
                <a:tc>
                  <a:txBody>
                    <a:bodyPr/>
                    <a:lstStyle/>
                    <a:p>
                      <a:pPr algn="ctr"/>
                      <a:r>
                        <a:rPr lang="es-MX" sz="1400" dirty="0" smtClean="0">
                          <a:latin typeface="Arial" pitchFamily="34" charset="0"/>
                          <a:cs typeface="Arial" pitchFamily="34" charset="0"/>
                        </a:rPr>
                        <a:t>X</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Y</a:t>
                      </a:r>
                      <a:endParaRPr lang="es-ES" sz="1400"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C</a:t>
                      </a:r>
                      <a:r>
                        <a:rPr lang="es-MX" sz="900" b="1" dirty="0" smtClean="0">
                          <a:latin typeface="Arial" pitchFamily="34" charset="0"/>
                          <a:cs typeface="Arial" pitchFamily="34" charset="0"/>
                        </a:rPr>
                        <a:t>0</a:t>
                      </a:r>
                      <a:endParaRPr lang="es-ES" sz="900" b="1"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S</a:t>
                      </a:r>
                      <a:endParaRPr lang="es-ES" sz="1400" b="1" dirty="0">
                        <a:latin typeface="Arial" pitchFamily="34" charset="0"/>
                        <a:cs typeface="Arial" pitchFamily="34" charset="0"/>
                      </a:endParaRPr>
                    </a:p>
                  </a:txBody>
                  <a:tcPr/>
                </a:tc>
              </a:tr>
              <a:tr h="331237">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31237">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31237">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193144">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bl>
          </a:graphicData>
        </a:graphic>
      </p:graphicFrame>
      <p:graphicFrame>
        <p:nvGraphicFramePr>
          <p:cNvPr id="7" name="6 Tabla"/>
          <p:cNvGraphicFramePr>
            <a:graphicFrameLocks noGrp="1"/>
          </p:cNvGraphicFramePr>
          <p:nvPr>
            <p:extLst>
              <p:ext uri="{D42A27DB-BD31-4B8C-83A1-F6EECF244321}">
                <p14:modId xmlns:p14="http://schemas.microsoft.com/office/powerpoint/2010/main" val="2274974844"/>
              </p:ext>
            </p:extLst>
          </p:nvPr>
        </p:nvGraphicFramePr>
        <p:xfrm>
          <a:off x="3779912" y="1779662"/>
          <a:ext cx="2831975" cy="2952324"/>
        </p:xfrm>
        <a:graphic>
          <a:graphicData uri="http://schemas.openxmlformats.org/drawingml/2006/table">
            <a:tbl>
              <a:tblPr firstRow="1" bandRow="1">
                <a:tableStyleId>{5940675A-B579-460E-94D1-54222C63F5DA}</a:tableStyleId>
              </a:tblPr>
              <a:tblGrid>
                <a:gridCol w="566395"/>
                <a:gridCol w="566395"/>
                <a:gridCol w="566395"/>
                <a:gridCol w="566395"/>
                <a:gridCol w="566395"/>
              </a:tblGrid>
              <a:tr h="328036">
                <a:tc>
                  <a:txBody>
                    <a:bodyPr/>
                    <a:lstStyle/>
                    <a:p>
                      <a:pPr algn="ctr"/>
                      <a:r>
                        <a:rPr lang="es-MX" sz="1400" dirty="0" smtClean="0">
                          <a:latin typeface="Arial" pitchFamily="34" charset="0"/>
                          <a:cs typeface="Arial" pitchFamily="34" charset="0"/>
                        </a:rPr>
                        <a:t>X</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Y</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C</a:t>
                      </a:r>
                      <a:r>
                        <a:rPr lang="es-MX" sz="900" dirty="0" smtClean="0">
                          <a:latin typeface="Arial" pitchFamily="34" charset="0"/>
                          <a:cs typeface="Arial" pitchFamily="34" charset="0"/>
                        </a:rPr>
                        <a:t>-1</a:t>
                      </a:r>
                      <a:endParaRPr lang="es-ES" sz="900"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C</a:t>
                      </a:r>
                      <a:r>
                        <a:rPr lang="es-MX" sz="900" b="1" dirty="0" smtClean="0">
                          <a:latin typeface="Arial" pitchFamily="34" charset="0"/>
                          <a:cs typeface="Arial" pitchFamily="34" charset="0"/>
                        </a:rPr>
                        <a:t>0</a:t>
                      </a:r>
                      <a:endParaRPr lang="es-ES" sz="900" b="1"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S</a:t>
                      </a:r>
                      <a:endParaRPr lang="es-ES" sz="1400" b="1"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bl>
          </a:graphicData>
        </a:graphic>
      </p:graphicFrame>
      <p:cxnSp>
        <p:nvCxnSpPr>
          <p:cNvPr id="9" name="8 Conector recto"/>
          <p:cNvCxnSpPr/>
          <p:nvPr/>
        </p:nvCxnSpPr>
        <p:spPr>
          <a:xfrm>
            <a:off x="1331640" y="1851670"/>
            <a:ext cx="0" cy="1584176"/>
          </a:xfrm>
          <a:prstGeom prst="line">
            <a:avLst/>
          </a:prstGeom>
          <a:ln w="1905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cxnSp>
        <p:nvCxnSpPr>
          <p:cNvPr id="10" name="9 Conector recto"/>
          <p:cNvCxnSpPr/>
          <p:nvPr/>
        </p:nvCxnSpPr>
        <p:spPr>
          <a:xfrm>
            <a:off x="5508104" y="1781965"/>
            <a:ext cx="0" cy="2950025"/>
          </a:xfrm>
          <a:prstGeom prst="line">
            <a:avLst/>
          </a:prstGeom>
          <a:ln w="19050">
            <a:solidFill>
              <a:schemeClr val="tx1">
                <a:lumMod val="95000"/>
                <a:lumOff val="5000"/>
              </a:schemeClr>
            </a:solidFill>
          </a:ln>
        </p:spPr>
        <p:style>
          <a:lnRef idx="1">
            <a:schemeClr val="dk1"/>
          </a:lnRef>
          <a:fillRef idx="0">
            <a:schemeClr val="dk1"/>
          </a:fillRef>
          <a:effectRef idx="0">
            <a:schemeClr val="dk1"/>
          </a:effectRef>
          <a:fontRef idx="minor">
            <a:schemeClr val="tx1"/>
          </a:fontRef>
        </p:style>
      </p:cxnSp>
      <p:sp>
        <p:nvSpPr>
          <p:cNvPr id="12" name="11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3" name="12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24531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SUMADORES: Semisumador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3131840" y="1162948"/>
            <a:ext cx="5616624" cy="1323439"/>
          </a:xfrm>
          <a:prstGeom prst="rect">
            <a:avLst/>
          </a:prstGeom>
          <a:noFill/>
        </p:spPr>
        <p:txBody>
          <a:bodyPr wrap="square" rtlCol="0">
            <a:spAutoFit/>
          </a:bodyPr>
          <a:lstStyle/>
          <a:p>
            <a:r>
              <a:rPr lang="es-MX" sz="1600" dirty="0" smtClean="0"/>
              <a:t>Las funciones booleanas simplificadas para las dos salidas se obtienen directamente de la tabla de verdad. Las expresiones simplificadas en suma de productos son: </a:t>
            </a:r>
          </a:p>
          <a:p>
            <a:r>
              <a:rPr lang="es-ES" sz="1600" dirty="0" smtClean="0"/>
              <a:t>S </a:t>
            </a:r>
            <a:r>
              <a:rPr lang="es-ES" sz="1600" dirty="0"/>
              <a:t>= </a:t>
            </a:r>
            <a:r>
              <a:rPr lang="es-ES" sz="1600" dirty="0" err="1" smtClean="0"/>
              <a:t>x’y</a:t>
            </a:r>
            <a:r>
              <a:rPr lang="es-ES" sz="1600" dirty="0" smtClean="0"/>
              <a:t> </a:t>
            </a:r>
            <a:r>
              <a:rPr lang="es-ES" sz="1600" dirty="0"/>
              <a:t>+ </a:t>
            </a:r>
            <a:r>
              <a:rPr lang="es-ES" sz="1600" dirty="0" err="1" smtClean="0"/>
              <a:t>xy</a:t>
            </a:r>
            <a:r>
              <a:rPr lang="es-ES" sz="1600" dirty="0" smtClean="0"/>
              <a:t>’ = x </a:t>
            </a:r>
            <a:r>
              <a:rPr lang="es-ES" sz="1600" dirty="0" smtClean="0">
                <a:sym typeface="Symbol"/>
              </a:rPr>
              <a:t> </a:t>
            </a:r>
            <a:r>
              <a:rPr lang="es-ES" sz="1600" dirty="0" smtClean="0"/>
              <a:t>y</a:t>
            </a:r>
          </a:p>
          <a:p>
            <a:r>
              <a:rPr lang="es-ES" sz="1600" dirty="0"/>
              <a:t>C = </a:t>
            </a:r>
            <a:r>
              <a:rPr lang="es-ES" sz="1600" dirty="0" err="1" smtClean="0"/>
              <a:t>xy</a:t>
            </a:r>
            <a:endParaRPr lang="es-ES" sz="1600" dirty="0"/>
          </a:p>
        </p:txBody>
      </p:sp>
      <p:pic>
        <p:nvPicPr>
          <p:cNvPr id="9" name="8 Marcador de contenido" descr="Recorte de pantalla"/>
          <p:cNvPicPr>
            <a:picLocks noGrp="1" noChangeAspect="1"/>
          </p:cNvPicPr>
          <p:nvPr>
            <p:ph idx="1"/>
          </p:nvPr>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t="14753"/>
          <a:stretch/>
        </p:blipFill>
        <p:spPr>
          <a:xfrm>
            <a:off x="494264" y="1212890"/>
            <a:ext cx="2353192" cy="1430867"/>
          </a:xfrm>
        </p:spPr>
      </p:pic>
      <p:sp>
        <p:nvSpPr>
          <p:cNvPr id="10" name="9 CuadroTexto"/>
          <p:cNvSpPr txBox="1"/>
          <p:nvPr/>
        </p:nvSpPr>
        <p:spPr>
          <a:xfrm>
            <a:off x="611560" y="843558"/>
            <a:ext cx="1473480" cy="369332"/>
          </a:xfrm>
          <a:prstGeom prst="rect">
            <a:avLst/>
          </a:prstGeom>
          <a:noFill/>
        </p:spPr>
        <p:txBody>
          <a:bodyPr wrap="none" rtlCol="0">
            <a:spAutoFit/>
          </a:bodyPr>
          <a:lstStyle/>
          <a:p>
            <a:r>
              <a:rPr lang="es-MX" dirty="0" smtClean="0"/>
              <a:t>Semisumador</a:t>
            </a:r>
            <a:endParaRPr lang="es-ES" dirty="0"/>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11 Imagen" descr="Recorte de pantalla"/>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t="5234" r="46740"/>
          <a:stretch/>
        </p:blipFill>
        <p:spPr>
          <a:xfrm>
            <a:off x="715773" y="2732251"/>
            <a:ext cx="3093807" cy="2156528"/>
          </a:xfrm>
          <a:prstGeom prst="rect">
            <a:avLst/>
          </a:prstGeom>
        </p:spPr>
      </p:pic>
      <p:pic>
        <p:nvPicPr>
          <p:cNvPr id="13" name="12 Imagen" descr="Recorte de pantalla"/>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62347" t="31370"/>
          <a:stretch/>
        </p:blipFill>
        <p:spPr>
          <a:xfrm>
            <a:off x="5076056" y="2805968"/>
            <a:ext cx="2924542" cy="2088232"/>
          </a:xfrm>
          <a:prstGeom prst="rect">
            <a:avLst/>
          </a:prstGeom>
        </p:spPr>
      </p:pic>
    </p:spTree>
    <p:extLst>
      <p:ext uri="{BB962C8B-B14F-4D97-AF65-F5344CB8AC3E}">
        <p14:creationId xmlns:p14="http://schemas.microsoft.com/office/powerpoint/2010/main" val="32720770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smtClean="0"/>
              <a:t>SUMADORES: Sumador Completo</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2771800" y="1162948"/>
            <a:ext cx="6048672" cy="2693045"/>
          </a:xfrm>
          <a:prstGeom prst="rect">
            <a:avLst/>
          </a:prstGeom>
          <a:noFill/>
        </p:spPr>
        <p:txBody>
          <a:bodyPr wrap="square" rtlCol="0">
            <a:spAutoFit/>
          </a:bodyPr>
          <a:lstStyle/>
          <a:p>
            <a:pPr>
              <a:spcAft>
                <a:spcPts val="600"/>
              </a:spcAft>
            </a:pPr>
            <a:r>
              <a:rPr lang="es-MX" sz="1400" dirty="0" smtClean="0"/>
              <a:t>Tiene </a:t>
            </a:r>
            <a:r>
              <a:rPr lang="es-MX" sz="1400" dirty="0"/>
              <a:t>tres entradas y dos salidas. Dos de las variables de entrada, denotadas por </a:t>
            </a:r>
            <a:r>
              <a:rPr lang="es-MX" sz="1400" i="1" dirty="0"/>
              <a:t>x </a:t>
            </a:r>
            <a:r>
              <a:rPr lang="es-MX" sz="1400" dirty="0"/>
              <a:t>y </a:t>
            </a:r>
            <a:r>
              <a:rPr lang="es-MX" sz="1400" i="1" dirty="0" err="1"/>
              <a:t>y</a:t>
            </a:r>
            <a:r>
              <a:rPr lang="es-MX" sz="1400" dirty="0"/>
              <a:t>, </a:t>
            </a:r>
            <a:r>
              <a:rPr lang="es-MX" sz="1400" dirty="0" smtClean="0"/>
              <a:t>representan los </a:t>
            </a:r>
            <a:r>
              <a:rPr lang="es-MX" sz="1400" dirty="0"/>
              <a:t>dos bits significativos que se sumarán. La tercera entrada</a:t>
            </a:r>
            <a:r>
              <a:rPr lang="es-MX" sz="1400" dirty="0" smtClean="0"/>
              <a:t>, representa </a:t>
            </a:r>
            <a:r>
              <a:rPr lang="es-MX" sz="1400" dirty="0"/>
              <a:t>el acarreo </a:t>
            </a:r>
            <a:r>
              <a:rPr lang="es-MX" sz="1400" dirty="0" smtClean="0"/>
              <a:t>de la </a:t>
            </a:r>
            <a:r>
              <a:rPr lang="es-MX" sz="1400" dirty="0"/>
              <a:t>posición significativa inmediata inferior. </a:t>
            </a:r>
            <a:endParaRPr lang="es-MX" sz="1400" dirty="0" smtClean="0"/>
          </a:p>
          <a:p>
            <a:pPr>
              <a:spcAft>
                <a:spcPts val="600"/>
              </a:spcAft>
            </a:pPr>
            <a:r>
              <a:rPr lang="es-MX" sz="1400" dirty="0" smtClean="0"/>
              <a:t>Se </a:t>
            </a:r>
            <a:r>
              <a:rPr lang="es-MX" sz="1400" dirty="0"/>
              <a:t>requieren dos salidas porque la suma </a:t>
            </a:r>
            <a:r>
              <a:rPr lang="es-MX" sz="1400" dirty="0" smtClean="0"/>
              <a:t>aritmética de </a:t>
            </a:r>
            <a:r>
              <a:rPr lang="es-MX" sz="1400" dirty="0"/>
              <a:t>tres dígitos binarios puede tener valores entre 0 y 3, y el 2 o el 3 binarios requieren </a:t>
            </a:r>
            <a:r>
              <a:rPr lang="es-MX" sz="1400" dirty="0" smtClean="0"/>
              <a:t>dos dígitos</a:t>
            </a:r>
            <a:r>
              <a:rPr lang="es-MX" sz="1400" dirty="0"/>
              <a:t>. </a:t>
            </a:r>
            <a:endParaRPr lang="es-MX" sz="1400" dirty="0" smtClean="0"/>
          </a:p>
          <a:p>
            <a:pPr>
              <a:spcAft>
                <a:spcPts val="600"/>
              </a:spcAft>
            </a:pPr>
            <a:r>
              <a:rPr lang="es-MX" sz="1400" dirty="0" smtClean="0"/>
              <a:t>La </a:t>
            </a:r>
            <a:r>
              <a:rPr lang="es-MX" sz="1400" dirty="0"/>
              <a:t>variable binaria </a:t>
            </a:r>
            <a:r>
              <a:rPr lang="es-MX" sz="1400" i="1" dirty="0"/>
              <a:t>S </a:t>
            </a:r>
            <a:r>
              <a:rPr lang="es-MX" sz="1400" dirty="0" smtClean="0"/>
              <a:t>da el </a:t>
            </a:r>
            <a:r>
              <a:rPr lang="es-MX" sz="1400" dirty="0"/>
              <a:t>valor del bit menos significativo de la suma. La variable binaria </a:t>
            </a:r>
            <a:r>
              <a:rPr lang="es-MX" sz="1400" i="1" dirty="0"/>
              <a:t>C </a:t>
            </a:r>
            <a:r>
              <a:rPr lang="es-MX" sz="1400" dirty="0"/>
              <a:t>da el acarreo de salida</a:t>
            </a:r>
            <a:r>
              <a:rPr lang="es-MX" sz="1400" dirty="0" smtClean="0"/>
              <a:t>.</a:t>
            </a:r>
          </a:p>
          <a:p>
            <a:pPr>
              <a:spcAft>
                <a:spcPts val="600"/>
              </a:spcAft>
            </a:pPr>
            <a:r>
              <a:rPr lang="es-MX" sz="1400" dirty="0" smtClean="0"/>
              <a:t>Del mapa de </a:t>
            </a:r>
            <a:r>
              <a:rPr lang="es-MX" sz="1400" dirty="0" err="1" smtClean="0"/>
              <a:t>karnaugh</a:t>
            </a:r>
            <a:r>
              <a:rPr lang="es-MX" sz="1400" dirty="0" smtClean="0"/>
              <a:t> surgen las siguientes expresiones simplificadas:</a:t>
            </a:r>
          </a:p>
          <a:p>
            <a:pPr>
              <a:spcAft>
                <a:spcPts val="600"/>
              </a:spcAft>
            </a:pPr>
            <a:r>
              <a:rPr lang="es-ES" sz="1600" dirty="0"/>
              <a:t>S = </a:t>
            </a:r>
            <a:r>
              <a:rPr lang="es-ES" sz="1600" dirty="0" err="1" smtClean="0"/>
              <a:t>x’y’z</a:t>
            </a:r>
            <a:r>
              <a:rPr lang="es-ES" sz="1600" dirty="0" smtClean="0"/>
              <a:t> </a:t>
            </a:r>
            <a:r>
              <a:rPr lang="es-ES" sz="1600" dirty="0"/>
              <a:t>+ </a:t>
            </a:r>
            <a:r>
              <a:rPr lang="es-ES" sz="1600" dirty="0" err="1" smtClean="0"/>
              <a:t>x’yz</a:t>
            </a:r>
            <a:r>
              <a:rPr lang="es-ES" sz="1600" dirty="0" smtClean="0"/>
              <a:t>’ </a:t>
            </a:r>
            <a:r>
              <a:rPr lang="es-ES" sz="1600" dirty="0"/>
              <a:t>+ </a:t>
            </a:r>
            <a:r>
              <a:rPr lang="es-ES" sz="1600" dirty="0" err="1" smtClean="0"/>
              <a:t>xy’z</a:t>
            </a:r>
            <a:r>
              <a:rPr lang="es-ES" sz="1600" dirty="0" smtClean="0"/>
              <a:t>’ </a:t>
            </a:r>
            <a:r>
              <a:rPr lang="es-ES" sz="1600" dirty="0"/>
              <a:t>+ </a:t>
            </a:r>
            <a:r>
              <a:rPr lang="es-ES" sz="1600" dirty="0" err="1" smtClean="0"/>
              <a:t>xyz</a:t>
            </a:r>
            <a:endParaRPr lang="es-ES" sz="1600" dirty="0" smtClean="0"/>
          </a:p>
          <a:p>
            <a:pPr>
              <a:spcAft>
                <a:spcPts val="600"/>
              </a:spcAft>
            </a:pPr>
            <a:r>
              <a:rPr lang="es-ES" sz="1600" dirty="0"/>
              <a:t>C = </a:t>
            </a:r>
            <a:r>
              <a:rPr lang="es-ES" sz="1600" dirty="0" err="1"/>
              <a:t>xy</a:t>
            </a:r>
            <a:r>
              <a:rPr lang="es-ES" sz="1600" dirty="0"/>
              <a:t> + </a:t>
            </a:r>
            <a:r>
              <a:rPr lang="es-ES" sz="1600" dirty="0" err="1"/>
              <a:t>xz</a:t>
            </a:r>
            <a:r>
              <a:rPr lang="es-ES" sz="1600" dirty="0"/>
              <a:t> + </a:t>
            </a:r>
            <a:r>
              <a:rPr lang="es-ES" sz="1600" dirty="0" err="1" smtClean="0"/>
              <a:t>yz</a:t>
            </a:r>
            <a:endParaRPr lang="es-MX" sz="1600" dirty="0" smtClean="0"/>
          </a:p>
        </p:txBody>
      </p:sp>
      <p:sp>
        <p:nvSpPr>
          <p:cNvPr id="10" name="9 CuadroTexto"/>
          <p:cNvSpPr txBox="1"/>
          <p:nvPr/>
        </p:nvSpPr>
        <p:spPr>
          <a:xfrm>
            <a:off x="476151" y="843558"/>
            <a:ext cx="1999009" cy="369332"/>
          </a:xfrm>
          <a:prstGeom prst="rect">
            <a:avLst/>
          </a:prstGeom>
          <a:noFill/>
        </p:spPr>
        <p:txBody>
          <a:bodyPr wrap="none" rtlCol="0">
            <a:spAutoFit/>
          </a:bodyPr>
          <a:lstStyle/>
          <a:p>
            <a:r>
              <a:rPr lang="es-MX" dirty="0" smtClean="0"/>
              <a:t>Sumador Completo</a:t>
            </a:r>
            <a:endParaRPr lang="es-ES" dirty="0"/>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6" name="15 Tabla"/>
          <p:cNvGraphicFramePr>
            <a:graphicFrameLocks noGrp="1"/>
          </p:cNvGraphicFramePr>
          <p:nvPr>
            <p:extLst>
              <p:ext uri="{D42A27DB-BD31-4B8C-83A1-F6EECF244321}">
                <p14:modId xmlns:p14="http://schemas.microsoft.com/office/powerpoint/2010/main" val="3009489614"/>
              </p:ext>
            </p:extLst>
          </p:nvPr>
        </p:nvGraphicFramePr>
        <p:xfrm>
          <a:off x="382591" y="1227262"/>
          <a:ext cx="2186130" cy="2952324"/>
        </p:xfrm>
        <a:graphic>
          <a:graphicData uri="http://schemas.openxmlformats.org/drawingml/2006/table">
            <a:tbl>
              <a:tblPr firstRow="1" bandRow="1">
                <a:tableStyleId>{5940675A-B579-460E-94D1-54222C63F5DA}</a:tableStyleId>
              </a:tblPr>
              <a:tblGrid>
                <a:gridCol w="437226"/>
                <a:gridCol w="437226"/>
                <a:gridCol w="437226"/>
                <a:gridCol w="437226"/>
                <a:gridCol w="437226"/>
              </a:tblGrid>
              <a:tr h="328036">
                <a:tc>
                  <a:txBody>
                    <a:bodyPr/>
                    <a:lstStyle/>
                    <a:p>
                      <a:pPr algn="ctr"/>
                      <a:r>
                        <a:rPr lang="es-MX" sz="1400" dirty="0" smtClean="0">
                          <a:latin typeface="Arial" pitchFamily="34" charset="0"/>
                          <a:cs typeface="Arial" pitchFamily="34" charset="0"/>
                        </a:rPr>
                        <a:t>X</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Y</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Z</a:t>
                      </a:r>
                      <a:endParaRPr lang="es-ES" sz="1400"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C</a:t>
                      </a:r>
                      <a:endParaRPr lang="es-ES" sz="900" b="1" dirty="0">
                        <a:latin typeface="Arial" pitchFamily="34" charset="0"/>
                        <a:cs typeface="Arial" pitchFamily="34" charset="0"/>
                      </a:endParaRPr>
                    </a:p>
                  </a:txBody>
                  <a:tcPr/>
                </a:tc>
                <a:tc>
                  <a:txBody>
                    <a:bodyPr/>
                    <a:lstStyle/>
                    <a:p>
                      <a:pPr algn="ctr"/>
                      <a:r>
                        <a:rPr lang="es-MX" sz="1400" b="1" dirty="0" smtClean="0">
                          <a:latin typeface="Arial" pitchFamily="34" charset="0"/>
                          <a:cs typeface="Arial" pitchFamily="34" charset="0"/>
                        </a:rPr>
                        <a:t>S</a:t>
                      </a:r>
                      <a:endParaRPr lang="es-ES" sz="1400" b="1"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0</a:t>
                      </a:r>
                      <a:endParaRPr lang="es-ES" sz="1400" dirty="0">
                        <a:latin typeface="Arial" pitchFamily="34" charset="0"/>
                        <a:cs typeface="Arial" pitchFamily="34" charset="0"/>
                      </a:endParaRPr>
                    </a:p>
                  </a:txBody>
                  <a:tcPr/>
                </a:tc>
              </a:tr>
              <a:tr h="328036">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c>
                  <a:txBody>
                    <a:bodyPr/>
                    <a:lstStyle/>
                    <a:p>
                      <a:pPr algn="ctr"/>
                      <a:r>
                        <a:rPr lang="es-MX" sz="1400" dirty="0" smtClean="0">
                          <a:latin typeface="Arial" pitchFamily="34" charset="0"/>
                          <a:cs typeface="Arial" pitchFamily="34" charset="0"/>
                        </a:rPr>
                        <a:t>1</a:t>
                      </a:r>
                      <a:endParaRPr lang="es-ES" sz="1400" dirty="0">
                        <a:latin typeface="Arial" pitchFamily="34" charset="0"/>
                        <a:cs typeface="Arial" pitchFamily="34" charset="0"/>
                      </a:endParaRPr>
                    </a:p>
                  </a:txBody>
                  <a:tcPr/>
                </a:tc>
              </a:tr>
            </a:tbl>
          </a:graphicData>
        </a:graphic>
      </p:graphicFrame>
      <p:pic>
        <p:nvPicPr>
          <p:cNvPr id="17" name="16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790691" y="3435845"/>
            <a:ext cx="2715004" cy="1057423"/>
          </a:xfrm>
          <a:prstGeom prst="rect">
            <a:avLst/>
          </a:prstGeom>
        </p:spPr>
      </p:pic>
      <p:pic>
        <p:nvPicPr>
          <p:cNvPr id="18" name="17 Imagen" descr="Recorte de pantalla"/>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5428602" y="4659933"/>
            <a:ext cx="3524742" cy="247685"/>
          </a:xfrm>
          <a:prstGeom prst="rect">
            <a:avLst/>
          </a:prstGeom>
        </p:spPr>
      </p:pic>
    </p:spTree>
    <p:extLst>
      <p:ext uri="{BB962C8B-B14F-4D97-AF65-F5344CB8AC3E}">
        <p14:creationId xmlns:p14="http://schemas.microsoft.com/office/powerpoint/2010/main" val="1874396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smtClean="0"/>
              <a:t>SUMADORES: Sumador Completo</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737828" y="952045"/>
            <a:ext cx="1999009" cy="369332"/>
          </a:xfrm>
          <a:prstGeom prst="rect">
            <a:avLst/>
          </a:prstGeom>
          <a:noFill/>
        </p:spPr>
        <p:txBody>
          <a:bodyPr wrap="none" rtlCol="0">
            <a:spAutoFit/>
          </a:bodyPr>
          <a:lstStyle/>
          <a:p>
            <a:r>
              <a:rPr lang="es-MX" dirty="0" smtClean="0"/>
              <a:t>Sumador Completo</a:t>
            </a:r>
            <a:endParaRPr lang="es-ES" dirty="0"/>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CuadroTexto"/>
          <p:cNvSpPr txBox="1"/>
          <p:nvPr/>
        </p:nvSpPr>
        <p:spPr>
          <a:xfrm>
            <a:off x="737828" y="1347614"/>
            <a:ext cx="6786500" cy="369332"/>
          </a:xfrm>
          <a:prstGeom prst="rect">
            <a:avLst/>
          </a:prstGeom>
          <a:noFill/>
        </p:spPr>
        <p:txBody>
          <a:bodyPr wrap="square" rtlCol="0">
            <a:spAutoFit/>
          </a:bodyPr>
          <a:lstStyle/>
          <a:p>
            <a:pPr>
              <a:spcAft>
                <a:spcPts val="600"/>
              </a:spcAft>
            </a:pPr>
            <a:r>
              <a:rPr lang="es-ES" dirty="0" smtClean="0"/>
              <a:t>S = </a:t>
            </a:r>
            <a:r>
              <a:rPr lang="es-ES" dirty="0" err="1" smtClean="0"/>
              <a:t>x’y’z</a:t>
            </a:r>
            <a:r>
              <a:rPr lang="es-ES" dirty="0" smtClean="0"/>
              <a:t> + </a:t>
            </a:r>
            <a:r>
              <a:rPr lang="es-ES" dirty="0" err="1" smtClean="0"/>
              <a:t>x’yz</a:t>
            </a:r>
            <a:r>
              <a:rPr lang="es-ES" dirty="0" smtClean="0"/>
              <a:t>’ + </a:t>
            </a:r>
            <a:r>
              <a:rPr lang="es-ES" dirty="0" err="1" smtClean="0"/>
              <a:t>xy’z</a:t>
            </a:r>
            <a:r>
              <a:rPr lang="es-ES" dirty="0" smtClean="0"/>
              <a:t>’ + </a:t>
            </a:r>
            <a:r>
              <a:rPr lang="es-ES" dirty="0" err="1" smtClean="0"/>
              <a:t>xyz</a:t>
            </a:r>
            <a:r>
              <a:rPr lang="es-ES" dirty="0"/>
              <a:t> </a:t>
            </a:r>
            <a:r>
              <a:rPr lang="es-ES" dirty="0" smtClean="0"/>
              <a:t> 			C = </a:t>
            </a:r>
            <a:r>
              <a:rPr lang="es-ES" dirty="0" err="1" smtClean="0"/>
              <a:t>xy</a:t>
            </a:r>
            <a:r>
              <a:rPr lang="es-ES" dirty="0" smtClean="0"/>
              <a:t> + </a:t>
            </a:r>
            <a:r>
              <a:rPr lang="es-ES" dirty="0" err="1" smtClean="0"/>
              <a:t>xz</a:t>
            </a:r>
            <a:r>
              <a:rPr lang="es-ES" dirty="0" smtClean="0"/>
              <a:t> + </a:t>
            </a:r>
            <a:r>
              <a:rPr lang="es-ES" dirty="0" err="1" smtClean="0"/>
              <a:t>yz</a:t>
            </a:r>
            <a:endParaRPr lang="es-MX" dirty="0" smtClean="0"/>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115615" y="1845898"/>
            <a:ext cx="3315163" cy="2762636"/>
          </a:xfrm>
          <a:prstGeom prst="rect">
            <a:avLst/>
          </a:prstGeom>
        </p:spPr>
      </p:pic>
      <p:pic>
        <p:nvPicPr>
          <p:cNvPr id="8" name="7 Imagen" descr="Recorte de pantalla"/>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5220072" y="2128966"/>
            <a:ext cx="2808312" cy="2196501"/>
          </a:xfrm>
          <a:prstGeom prst="rect">
            <a:avLst/>
          </a:prstGeom>
        </p:spPr>
      </p:pic>
    </p:spTree>
    <p:extLst>
      <p:ext uri="{BB962C8B-B14F-4D97-AF65-F5344CB8AC3E}">
        <p14:creationId xmlns:p14="http://schemas.microsoft.com/office/powerpoint/2010/main" val="18590044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smtClean="0"/>
              <a:t>SUMADORES: Sumador Completo</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476151" y="843558"/>
            <a:ext cx="1999009" cy="369332"/>
          </a:xfrm>
          <a:prstGeom prst="rect">
            <a:avLst/>
          </a:prstGeom>
          <a:noFill/>
        </p:spPr>
        <p:txBody>
          <a:bodyPr wrap="none" rtlCol="0">
            <a:spAutoFit/>
          </a:bodyPr>
          <a:lstStyle/>
          <a:p>
            <a:r>
              <a:rPr lang="es-MX" dirty="0" smtClean="0"/>
              <a:t>Sumador Completo</a:t>
            </a:r>
            <a:endParaRPr lang="es-ES" dirty="0"/>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 name="6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683568" y="1347614"/>
            <a:ext cx="1791592" cy="314165"/>
          </a:xfrm>
          <a:prstGeom prst="rect">
            <a:avLst/>
          </a:prstGeom>
        </p:spPr>
      </p:pic>
      <p:pic>
        <p:nvPicPr>
          <p:cNvPr id="9" name="8 Imagen" descr="Recorte de pantalla"/>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3739291" y="1373641"/>
            <a:ext cx="4649133" cy="287082"/>
          </a:xfrm>
          <a:prstGeom prst="rect">
            <a:avLst/>
          </a:prstGeom>
        </p:spPr>
      </p:pic>
      <p:pic>
        <p:nvPicPr>
          <p:cNvPr id="12" name="11 Imagen" descr="Recorte de pantalla"/>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683568" y="1923678"/>
            <a:ext cx="7668345" cy="2463725"/>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2 Entrada de lápiz"/>
              <p14:cNvContentPartPr/>
              <p14:nvPr/>
            </p14:nvContentPartPr>
            <p14:xfrm>
              <a:off x="2861640" y="1034280"/>
              <a:ext cx="5574240" cy="2218680"/>
            </p14:xfrm>
          </p:contentPart>
        </mc:Choice>
        <mc:Fallback>
          <p:pic>
            <p:nvPicPr>
              <p:cNvPr id="3" name="2 Entrada de lápiz"/>
              <p:cNvPicPr/>
              <p:nvPr/>
            </p:nvPicPr>
            <p:blipFill>
              <a:blip r:embed="rId9"/>
              <a:stretch>
                <a:fillRect/>
              </a:stretch>
            </p:blipFill>
            <p:spPr>
              <a:xfrm>
                <a:off x="2855160" y="1031760"/>
                <a:ext cx="5585760" cy="2230560"/>
              </a:xfrm>
              <a:prstGeom prst="rect">
                <a:avLst/>
              </a:prstGeom>
            </p:spPr>
          </p:pic>
        </mc:Fallback>
      </mc:AlternateContent>
    </p:spTree>
    <p:extLst>
      <p:ext uri="{BB962C8B-B14F-4D97-AF65-F5344CB8AC3E}">
        <p14:creationId xmlns:p14="http://schemas.microsoft.com/office/powerpoint/2010/main" val="23121020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smtClean="0"/>
              <a:t>SUMADORES: Sumador Binario</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CuadroTexto"/>
          <p:cNvSpPr txBox="1"/>
          <p:nvPr/>
        </p:nvSpPr>
        <p:spPr>
          <a:xfrm>
            <a:off x="179512" y="1131590"/>
            <a:ext cx="8694711" cy="1031051"/>
          </a:xfrm>
          <a:prstGeom prst="rect">
            <a:avLst/>
          </a:prstGeom>
          <a:noFill/>
        </p:spPr>
        <p:txBody>
          <a:bodyPr wrap="square" rtlCol="0">
            <a:spAutoFit/>
          </a:bodyPr>
          <a:lstStyle/>
          <a:p>
            <a:pPr algn="just">
              <a:spcAft>
                <a:spcPts val="600"/>
              </a:spcAft>
            </a:pPr>
            <a:r>
              <a:rPr lang="es-MX" sz="1400" dirty="0" smtClean="0"/>
              <a:t>Un sumador binario es un circuito digital que produce la suma aritmética de dos números binarios. Es posible construirlo con sumadores completos dispuestos en cascada, conectando el acarreo de salida de cada sumador completo al acarreo de entrada del siguiente sumador completo de la cadena.</a:t>
            </a:r>
            <a:endParaRPr lang="es-MX" sz="1400" dirty="0"/>
          </a:p>
          <a:p>
            <a:pPr algn="just">
              <a:spcAft>
                <a:spcPts val="600"/>
              </a:spcAft>
            </a:pPr>
            <a:r>
              <a:rPr lang="es-MX" sz="1400" dirty="0" smtClean="0"/>
              <a:t>Consideremos dos números binarios A=1011 y B=0011. Su suma S=1110 se forma con el sumador de cuatro bits así</a:t>
            </a:r>
            <a:endParaRPr lang="es-ES" sz="1400" dirty="0"/>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83559" y="2283719"/>
            <a:ext cx="2948282" cy="1512167"/>
          </a:xfrm>
          <a:prstGeom prst="rect">
            <a:avLst/>
          </a:prstGeom>
        </p:spPr>
      </p:pic>
      <p:pic>
        <p:nvPicPr>
          <p:cNvPr id="8" name="7 Imagen" descr="Recorte de pantalla"/>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1445" t="4299"/>
          <a:stretch/>
        </p:blipFill>
        <p:spPr>
          <a:xfrm>
            <a:off x="3469578" y="2525668"/>
            <a:ext cx="5512506" cy="1854608"/>
          </a:xfrm>
          <a:prstGeom prst="rect">
            <a:avLst/>
          </a:prstGeom>
        </p:spPr>
      </p:pic>
      <mc:AlternateContent xmlns:mc="http://schemas.openxmlformats.org/markup-compatibility/2006">
        <mc:Choice xmlns:p14="http://schemas.microsoft.com/office/powerpoint/2010/main" Requires="p14">
          <p:contentPart p14:bwMode="auto" r:id="rId6">
            <p14:nvContentPartPr>
              <p14:cNvPr id="7" name="6 Entrada de lápiz"/>
              <p14:cNvContentPartPr/>
              <p14:nvPr/>
            </p14:nvContentPartPr>
            <p14:xfrm>
              <a:off x="1125000" y="2078640"/>
              <a:ext cx="7019280" cy="2503080"/>
            </p14:xfrm>
          </p:contentPart>
        </mc:Choice>
        <mc:Fallback>
          <p:pic>
            <p:nvPicPr>
              <p:cNvPr id="7" name="6 Entrada de lápiz"/>
              <p:cNvPicPr/>
              <p:nvPr/>
            </p:nvPicPr>
            <p:blipFill>
              <a:blip r:embed="rId7"/>
              <a:stretch>
                <a:fillRect/>
              </a:stretch>
            </p:blipFill>
            <p:spPr>
              <a:xfrm>
                <a:off x="1118520" y="2075040"/>
                <a:ext cx="7034400" cy="2513880"/>
              </a:xfrm>
              <a:prstGeom prst="rect">
                <a:avLst/>
              </a:prstGeom>
            </p:spPr>
          </p:pic>
        </mc:Fallback>
      </mc:AlternateContent>
    </p:spTree>
    <p:extLst>
      <p:ext uri="{BB962C8B-B14F-4D97-AF65-F5344CB8AC3E}">
        <p14:creationId xmlns:p14="http://schemas.microsoft.com/office/powerpoint/2010/main" val="18271638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smtClean="0"/>
              <a:t>SUMADORES: Sumador Binario</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8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66708" y="967770"/>
            <a:ext cx="8037740" cy="4022918"/>
          </a:xfrm>
          <a:prstGeom prst="rect">
            <a:avLst/>
          </a:prstGeom>
        </p:spPr>
      </p:pic>
    </p:spTree>
    <p:extLst>
      <p:ext uri="{BB962C8B-B14F-4D97-AF65-F5344CB8AC3E}">
        <p14:creationId xmlns:p14="http://schemas.microsoft.com/office/powerpoint/2010/main" val="25805241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70726" y="170974"/>
            <a:ext cx="8229600" cy="857250"/>
          </a:xfrm>
        </p:spPr>
        <p:txBody>
          <a:bodyPr/>
          <a:lstStyle/>
          <a:p>
            <a:r>
              <a:rPr lang="es-ES" dirty="0"/>
              <a:t>MULTIPLICADOR BINARIO</a:t>
            </a:r>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2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827584" y="2355726"/>
            <a:ext cx="2871898" cy="2232248"/>
          </a:xfrm>
          <a:prstGeom prst="rect">
            <a:avLst/>
          </a:prstGeom>
        </p:spPr>
      </p:pic>
      <p:sp>
        <p:nvSpPr>
          <p:cNvPr id="4" name="3 CuadroTexto"/>
          <p:cNvSpPr txBox="1"/>
          <p:nvPr/>
        </p:nvSpPr>
        <p:spPr>
          <a:xfrm>
            <a:off x="528049" y="1059582"/>
            <a:ext cx="4548007" cy="1077218"/>
          </a:xfrm>
          <a:prstGeom prst="rect">
            <a:avLst/>
          </a:prstGeom>
          <a:noFill/>
        </p:spPr>
        <p:txBody>
          <a:bodyPr wrap="square" rtlCol="0">
            <a:spAutoFit/>
          </a:bodyPr>
          <a:lstStyle/>
          <a:p>
            <a:pPr algn="just"/>
            <a:r>
              <a:rPr lang="es-MX" sz="1600" dirty="0"/>
              <a:t>C</a:t>
            </a:r>
            <a:r>
              <a:rPr lang="es-MX" sz="1600" dirty="0" smtClean="0"/>
              <a:t>onsideremos la multiplicación de dos números de dos bits, como se muestra en la figura. Los bits del multiplicando son B1 y B0, los bits del multiplicador son A1 y A0, y el producto es C3C2C1C0.</a:t>
            </a:r>
            <a:endParaRPr lang="es-ES" sz="1600" dirty="0"/>
          </a:p>
        </p:txBody>
      </p:sp>
      <p:pic>
        <p:nvPicPr>
          <p:cNvPr id="7" name="6 Imagen" descr="Recorte de pantalla"/>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p:blipFill>
        <p:spPr>
          <a:xfrm>
            <a:off x="5508391" y="925095"/>
            <a:ext cx="3096057" cy="4058216"/>
          </a:xfrm>
          <a:prstGeom prst="rect">
            <a:avLst/>
          </a:prstGeom>
        </p:spPr>
      </p:pic>
      <mc:AlternateContent xmlns:mc="http://schemas.openxmlformats.org/markup-compatibility/2006">
        <mc:Choice xmlns:p14="http://schemas.microsoft.com/office/powerpoint/2010/main" Requires="p14">
          <p:contentPart p14:bwMode="auto" r:id="rId6">
            <p14:nvContentPartPr>
              <p14:cNvPr id="8" name="7 Entrada de lápiz"/>
              <p14:cNvContentPartPr/>
              <p14:nvPr/>
            </p14:nvContentPartPr>
            <p14:xfrm>
              <a:off x="2457000" y="2698200"/>
              <a:ext cx="2494080" cy="1305360"/>
            </p14:xfrm>
          </p:contentPart>
        </mc:Choice>
        <mc:Fallback>
          <p:pic>
            <p:nvPicPr>
              <p:cNvPr id="8" name="7 Entrada de lápiz"/>
              <p:cNvPicPr/>
              <p:nvPr/>
            </p:nvPicPr>
            <p:blipFill>
              <a:blip r:embed="rId7"/>
              <a:stretch>
                <a:fillRect/>
              </a:stretch>
            </p:blipFill>
            <p:spPr>
              <a:xfrm>
                <a:off x="2452680" y="2692800"/>
                <a:ext cx="2504520" cy="1317600"/>
              </a:xfrm>
              <a:prstGeom prst="rect">
                <a:avLst/>
              </a:prstGeom>
            </p:spPr>
          </p:pic>
        </mc:Fallback>
      </mc:AlternateContent>
    </p:spTree>
    <p:extLst>
      <p:ext uri="{BB962C8B-B14F-4D97-AF65-F5344CB8AC3E}">
        <p14:creationId xmlns:p14="http://schemas.microsoft.com/office/powerpoint/2010/main" val="39643114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3 CuadroTexto"/>
          <p:cNvSpPr txBox="1"/>
          <p:nvPr/>
        </p:nvSpPr>
        <p:spPr>
          <a:xfrm>
            <a:off x="517249" y="870560"/>
            <a:ext cx="8148407" cy="954107"/>
          </a:xfrm>
          <a:prstGeom prst="rect">
            <a:avLst/>
          </a:prstGeom>
          <a:noFill/>
        </p:spPr>
        <p:txBody>
          <a:bodyPr wrap="square" rtlCol="0">
            <a:spAutoFit/>
          </a:bodyPr>
          <a:lstStyle/>
          <a:p>
            <a:pPr algn="just"/>
            <a:r>
              <a:rPr lang="es-MX" sz="1400" dirty="0" smtClean="0"/>
              <a:t>Un multiplexor es un circuito </a:t>
            </a:r>
            <a:r>
              <a:rPr lang="es-MX" sz="1400" dirty="0" err="1" smtClean="0"/>
              <a:t>combinacional</a:t>
            </a:r>
            <a:r>
              <a:rPr lang="es-MX" sz="1400" dirty="0" smtClean="0"/>
              <a:t> que selecciona información binaria de una de muchas líneas de entrada y la envía a una sola línea de salida. La selección de una línea de entrada dada se controla con un conjunto de líneas de selección. Normalmente, hay 2</a:t>
            </a:r>
            <a:r>
              <a:rPr lang="es-MX" sz="1400" baseline="30000" dirty="0" smtClean="0"/>
              <a:t>n</a:t>
            </a:r>
            <a:r>
              <a:rPr lang="es-MX" sz="1400" dirty="0" smtClean="0"/>
              <a:t> líneas de entrada y n líneas de selección cuyas combinaciones de bits determinan cuál entrada se selecciona.</a:t>
            </a:r>
            <a:endParaRPr lang="es-ES" sz="1400" dirty="0"/>
          </a:p>
        </p:txBody>
      </p:sp>
      <p:pic>
        <p:nvPicPr>
          <p:cNvPr id="8" name="7 Imagen" descr="Recorte de pantalla"/>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0275" y="1824667"/>
            <a:ext cx="7826631" cy="3123347"/>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2 Entrada de lápiz"/>
              <p14:cNvContentPartPr/>
              <p14:nvPr/>
            </p14:nvContentPartPr>
            <p14:xfrm>
              <a:off x="3356640" y="3842640"/>
              <a:ext cx="2625840" cy="954720"/>
            </p14:xfrm>
          </p:contentPart>
        </mc:Choice>
        <mc:Fallback>
          <p:pic>
            <p:nvPicPr>
              <p:cNvPr id="3" name="2 Entrada de lápiz"/>
              <p:cNvPicPr/>
              <p:nvPr/>
            </p:nvPicPr>
            <p:blipFill>
              <a:blip r:embed="rId6"/>
              <a:stretch>
                <a:fillRect/>
              </a:stretch>
            </p:blipFill>
            <p:spPr>
              <a:xfrm>
                <a:off x="3352320" y="3837240"/>
                <a:ext cx="2636640" cy="967320"/>
              </a:xfrm>
              <a:prstGeom prst="rect">
                <a:avLst/>
              </a:prstGeom>
            </p:spPr>
          </p:pic>
        </mc:Fallback>
      </mc:AlternateContent>
    </p:spTree>
    <p:extLst>
      <p:ext uri="{BB962C8B-B14F-4D97-AF65-F5344CB8AC3E}">
        <p14:creationId xmlns:p14="http://schemas.microsoft.com/office/powerpoint/2010/main" val="7019520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2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80709" y="1009226"/>
            <a:ext cx="8293515" cy="3962362"/>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3 Entrada de lápiz"/>
              <p14:cNvContentPartPr/>
              <p14:nvPr/>
            </p14:nvContentPartPr>
            <p14:xfrm>
              <a:off x="70920" y="1334880"/>
              <a:ext cx="7221600" cy="3350160"/>
            </p14:xfrm>
          </p:contentPart>
        </mc:Choice>
        <mc:Fallback>
          <p:pic>
            <p:nvPicPr>
              <p:cNvPr id="4" name="3 Entrada de lápiz"/>
              <p:cNvPicPr/>
              <p:nvPr/>
            </p:nvPicPr>
            <p:blipFill>
              <a:blip r:embed="rId5"/>
              <a:stretch>
                <a:fillRect/>
              </a:stretch>
            </p:blipFill>
            <p:spPr>
              <a:xfrm>
                <a:off x="65520" y="1328040"/>
                <a:ext cx="7233840" cy="3366000"/>
              </a:xfrm>
              <a:prstGeom prst="rect">
                <a:avLst/>
              </a:prstGeom>
            </p:spPr>
          </p:pic>
        </mc:Fallback>
      </mc:AlternateContent>
    </p:spTree>
    <p:extLst>
      <p:ext uri="{BB962C8B-B14F-4D97-AF65-F5344CB8AC3E}">
        <p14:creationId xmlns:p14="http://schemas.microsoft.com/office/powerpoint/2010/main" val="16883018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3 Imagen"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5" y="843558"/>
            <a:ext cx="2952328" cy="1850233"/>
          </a:xfrm>
          <a:prstGeom prst="rect">
            <a:avLst/>
          </a:prstGeom>
        </p:spPr>
      </p:pic>
      <p:pic>
        <p:nvPicPr>
          <p:cNvPr id="7" name="6 Imagen" descr="Recorte de pantalla"/>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737828" y="2742774"/>
            <a:ext cx="2559875" cy="2179695"/>
          </a:xfrm>
          <a:prstGeom prst="rect">
            <a:avLst/>
          </a:prstGeom>
        </p:spPr>
      </p:pic>
      <p:pic>
        <p:nvPicPr>
          <p:cNvPr id="13" name="12 Imagen" descr="Recorte de pantalla"/>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5435762" y="1400136"/>
            <a:ext cx="3426114" cy="245327"/>
          </a:xfrm>
          <a:prstGeom prst="rect">
            <a:avLst/>
          </a:prstGeom>
        </p:spPr>
      </p:pic>
      <p:pic>
        <p:nvPicPr>
          <p:cNvPr id="16" name="15 Imagen" descr="Recorte de pantalla"/>
          <p:cNvPicPr>
            <a:picLocks noChangeAspect="1"/>
          </p:cNvPicPr>
          <p:nvPr/>
        </p:nvPicPr>
        <p:blipFill rotWithShape="1">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r="22474"/>
          <a:stretch/>
        </p:blipFill>
        <p:spPr>
          <a:xfrm>
            <a:off x="5435762" y="1787679"/>
            <a:ext cx="2785307" cy="257257"/>
          </a:xfrm>
          <a:prstGeom prst="rect">
            <a:avLst/>
          </a:prstGeom>
        </p:spPr>
      </p:pic>
      <p:sp>
        <p:nvSpPr>
          <p:cNvPr id="17" name="16 CuadroTexto"/>
          <p:cNvSpPr txBox="1"/>
          <p:nvPr/>
        </p:nvSpPr>
        <p:spPr>
          <a:xfrm>
            <a:off x="4430050" y="1364860"/>
            <a:ext cx="855555" cy="307777"/>
          </a:xfrm>
          <a:prstGeom prst="rect">
            <a:avLst/>
          </a:prstGeom>
          <a:noFill/>
        </p:spPr>
        <p:txBody>
          <a:bodyPr wrap="none" rtlCol="0">
            <a:spAutoFit/>
          </a:bodyPr>
          <a:lstStyle/>
          <a:p>
            <a:r>
              <a:rPr lang="es-MX" sz="1400" b="1" dirty="0" smtClean="0"/>
              <a:t>MPX 4X1</a:t>
            </a:r>
            <a:endParaRPr lang="es-ES" sz="1400" b="1" dirty="0"/>
          </a:p>
        </p:txBody>
      </p:sp>
      <p:sp>
        <p:nvSpPr>
          <p:cNvPr id="18" name="17 CuadroTexto"/>
          <p:cNvSpPr txBox="1"/>
          <p:nvPr/>
        </p:nvSpPr>
        <p:spPr>
          <a:xfrm>
            <a:off x="4430050" y="1789424"/>
            <a:ext cx="855555" cy="307777"/>
          </a:xfrm>
          <a:prstGeom prst="rect">
            <a:avLst/>
          </a:prstGeom>
          <a:noFill/>
        </p:spPr>
        <p:txBody>
          <a:bodyPr wrap="none" rtlCol="0">
            <a:spAutoFit/>
          </a:bodyPr>
          <a:lstStyle/>
          <a:p>
            <a:r>
              <a:rPr lang="es-MX" sz="1400" b="1" dirty="0" smtClean="0"/>
              <a:t>MPX 3X1</a:t>
            </a:r>
            <a:endParaRPr lang="es-ES" sz="1400" b="1" dirty="0"/>
          </a:p>
        </p:txBody>
      </p:sp>
      <p:pic>
        <p:nvPicPr>
          <p:cNvPr id="19" name="18 Imagen" descr="Recorte de pantalla"/>
          <p:cNvPicPr>
            <a:picLocks noChangeAspect="1"/>
          </p:cNvPicPr>
          <p:nvPr/>
        </p:nvPicPr>
        <p:blipFill rotWithShape="1">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t="5428"/>
          <a:stretch/>
        </p:blipFill>
        <p:spPr>
          <a:xfrm>
            <a:off x="4217268" y="2742774"/>
            <a:ext cx="4668212" cy="2179695"/>
          </a:xfrm>
          <a:prstGeom prst="rect">
            <a:avLst/>
          </a:prstGeom>
        </p:spPr>
      </p:pic>
    </p:spTree>
    <p:extLst>
      <p:ext uri="{BB962C8B-B14F-4D97-AF65-F5344CB8AC3E}">
        <p14:creationId xmlns:p14="http://schemas.microsoft.com/office/powerpoint/2010/main" val="13705393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CuadroTexto"/>
          <p:cNvSpPr txBox="1"/>
          <p:nvPr/>
        </p:nvSpPr>
        <p:spPr>
          <a:xfrm>
            <a:off x="611560" y="942166"/>
            <a:ext cx="8136904" cy="4139595"/>
          </a:xfrm>
          <a:prstGeom prst="rect">
            <a:avLst/>
          </a:prstGeom>
          <a:noFill/>
        </p:spPr>
        <p:txBody>
          <a:bodyPr wrap="square" rtlCol="0">
            <a:spAutoFit/>
          </a:bodyPr>
          <a:lstStyle/>
          <a:p>
            <a:pPr>
              <a:spcAft>
                <a:spcPts val="600"/>
              </a:spcAft>
            </a:pPr>
            <a:r>
              <a:rPr lang="es-ES" b="1" dirty="0" smtClean="0"/>
              <a:t>Multiplexores (MPX) – Asociación</a:t>
            </a:r>
          </a:p>
          <a:p>
            <a:pPr>
              <a:spcAft>
                <a:spcPts val="600"/>
              </a:spcAft>
            </a:pPr>
            <a:r>
              <a:rPr lang="es-MX" sz="1600" dirty="0" smtClean="0"/>
              <a:t>Combinar o asociar multiplexores permite crear estructuras más complejas, utilizando bloques menores, con las que se puede </a:t>
            </a:r>
            <a:r>
              <a:rPr lang="es-MX" sz="1600" dirty="0" err="1" smtClean="0"/>
              <a:t>multiplexar</a:t>
            </a:r>
            <a:r>
              <a:rPr lang="es-MX" sz="1600" dirty="0" smtClean="0"/>
              <a:t> datos para (relativamente) cualquier número de canales y de bits por canal. Los criterios a seguir son simples:</a:t>
            </a:r>
          </a:p>
          <a:p>
            <a:pPr marL="285750" indent="-285750">
              <a:spcAft>
                <a:spcPts val="600"/>
              </a:spcAft>
              <a:buFont typeface="Arial" pitchFamily="34" charset="0"/>
              <a:buChar char="•"/>
            </a:pPr>
            <a:r>
              <a:rPr lang="es-MX" sz="1600" dirty="0" smtClean="0"/>
              <a:t>Al aumentar la cantidad de canales, generalmente debe aumentar la cantidad de líneas de selección, tal que Nº canales ≤ 2 </a:t>
            </a:r>
            <a:r>
              <a:rPr lang="es-MX" baseline="30000" dirty="0" smtClean="0"/>
              <a:t>(Nº líneas selección)</a:t>
            </a:r>
          </a:p>
          <a:p>
            <a:pPr>
              <a:spcAft>
                <a:spcPts val="600"/>
              </a:spcAft>
            </a:pPr>
            <a:r>
              <a:rPr lang="es-MX" sz="1600" baseline="30000" dirty="0" smtClean="0"/>
              <a:t> </a:t>
            </a:r>
            <a:r>
              <a:rPr lang="es-MX" sz="1600" dirty="0" smtClean="0"/>
              <a:t>      significa: por lo menos una palabra de código de selección para cada canal. </a:t>
            </a:r>
          </a:p>
          <a:p>
            <a:pPr marL="285750" indent="-285750">
              <a:spcAft>
                <a:spcPts val="600"/>
              </a:spcAft>
              <a:buFont typeface="Arial" pitchFamily="34" charset="0"/>
              <a:buChar char="•"/>
            </a:pPr>
            <a:r>
              <a:rPr lang="es-MX" sz="1600" dirty="0" smtClean="0"/>
              <a:t>Al aumentar la cantidad de bits por canal, no aumentan las líneas de selección. La nueva estructura debe conectar sus líneas de selección 'en bus' con las ya existentes.</a:t>
            </a:r>
          </a:p>
          <a:p>
            <a:pPr marL="285750" indent="-285750">
              <a:spcAft>
                <a:spcPts val="600"/>
              </a:spcAft>
              <a:buFont typeface="Arial" pitchFamily="34" charset="0"/>
              <a:buChar char="•"/>
            </a:pPr>
            <a:r>
              <a:rPr lang="es-MX" sz="1600" dirty="0" smtClean="0"/>
              <a:t>Para el diseño de estructuras de </a:t>
            </a:r>
            <a:r>
              <a:rPr lang="es-MX" sz="1600" dirty="0" err="1" smtClean="0"/>
              <a:t>NxM</a:t>
            </a:r>
            <a:r>
              <a:rPr lang="es-MX" sz="1600" dirty="0" smtClean="0"/>
              <a:t> (N=canales; M=bits), es buena práctica iniciar con un bloque de Nx1, multiplicar este formato y conectarlos, hasta alcanzar los M bits por canal.</a:t>
            </a:r>
          </a:p>
          <a:p>
            <a:pPr marL="285750" indent="-285750">
              <a:spcAft>
                <a:spcPts val="600"/>
              </a:spcAft>
              <a:buFont typeface="Arial" pitchFamily="34" charset="0"/>
              <a:buChar char="•"/>
            </a:pPr>
            <a:r>
              <a:rPr lang="es-MX" sz="1600" dirty="0" smtClean="0"/>
              <a:t>Multiplexores de </a:t>
            </a:r>
            <a:r>
              <a:rPr lang="es-MX" sz="1600" dirty="0" err="1" smtClean="0"/>
              <a:t>NxM</a:t>
            </a:r>
            <a:r>
              <a:rPr lang="es-MX" sz="1600" dirty="0" smtClean="0"/>
              <a:t> se pueden reducir en cantidad de canales, omitiendo los que no se necesitan. </a:t>
            </a:r>
            <a:r>
              <a:rPr lang="es-MX" sz="1600" dirty="0" err="1" smtClean="0"/>
              <a:t>Idem</a:t>
            </a:r>
            <a:r>
              <a:rPr lang="es-MX" sz="1600" dirty="0" smtClean="0"/>
              <a:t> para los bits/canal.</a:t>
            </a:r>
          </a:p>
          <a:p>
            <a:endParaRPr lang="es-ES" dirty="0"/>
          </a:p>
        </p:txBody>
      </p:sp>
    </p:spTree>
    <p:extLst>
      <p:ext uri="{BB962C8B-B14F-4D97-AF65-F5344CB8AC3E}">
        <p14:creationId xmlns:p14="http://schemas.microsoft.com/office/powerpoint/2010/main" val="7442571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11560" y="843558"/>
            <a:ext cx="8208912" cy="3950218"/>
          </a:xfrm>
          <a:prstGeom prst="rect">
            <a:avLst/>
          </a:prstGeom>
        </p:spPr>
      </p:pic>
    </p:spTree>
    <p:extLst>
      <p:ext uri="{BB962C8B-B14F-4D97-AF65-F5344CB8AC3E}">
        <p14:creationId xmlns:p14="http://schemas.microsoft.com/office/powerpoint/2010/main" val="28024472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2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53555" y="908886"/>
            <a:ext cx="8031925" cy="4104456"/>
          </a:xfrm>
          <a:prstGeom prst="rect">
            <a:avLst/>
          </a:prstGeom>
        </p:spPr>
      </p:pic>
    </p:spTree>
    <p:extLst>
      <p:ext uri="{BB962C8B-B14F-4D97-AF65-F5344CB8AC3E}">
        <p14:creationId xmlns:p14="http://schemas.microsoft.com/office/powerpoint/2010/main" val="41801810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MULTIPLEXOR</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37828" y="734770"/>
            <a:ext cx="8269911" cy="4207350"/>
          </a:xfrm>
          <a:prstGeom prst="rect">
            <a:avLst/>
          </a:prstGeom>
        </p:spPr>
      </p:pic>
    </p:spTree>
    <p:extLst>
      <p:ext uri="{BB962C8B-B14F-4D97-AF65-F5344CB8AC3E}">
        <p14:creationId xmlns:p14="http://schemas.microsoft.com/office/powerpoint/2010/main" val="22888106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DEMULTIPLEXORES</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CuadroTexto"/>
          <p:cNvSpPr txBox="1"/>
          <p:nvPr/>
        </p:nvSpPr>
        <p:spPr>
          <a:xfrm>
            <a:off x="566682" y="1000242"/>
            <a:ext cx="8037766" cy="646331"/>
          </a:xfrm>
          <a:prstGeom prst="rect">
            <a:avLst/>
          </a:prstGeom>
          <a:noFill/>
        </p:spPr>
        <p:txBody>
          <a:bodyPr wrap="square" rtlCol="0">
            <a:spAutoFit/>
          </a:bodyPr>
          <a:lstStyle/>
          <a:p>
            <a:r>
              <a:rPr lang="es-MX" dirty="0" smtClean="0"/>
              <a:t>Es un circuito </a:t>
            </a:r>
            <a:r>
              <a:rPr lang="es-MX" dirty="0" err="1" smtClean="0"/>
              <a:t>combinacional</a:t>
            </a:r>
            <a:r>
              <a:rPr lang="es-MX" dirty="0" smtClean="0"/>
              <a:t> de una entrada y varias salidas, que puede “transferir” (reconstruir) la entrada a una de las salidas, mediante una codificación predefinida.</a:t>
            </a:r>
            <a:endParaRPr lang="es-ES" dirty="0"/>
          </a:p>
        </p:txBody>
      </p:sp>
      <p:pic>
        <p:nvPicPr>
          <p:cNvPr id="9" name="8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66682" y="1923678"/>
            <a:ext cx="7956376" cy="2788410"/>
          </a:xfrm>
          <a:prstGeom prst="rect">
            <a:avLst/>
          </a:prstGeom>
        </p:spPr>
      </p:pic>
    </p:spTree>
    <p:extLst>
      <p:ext uri="{BB962C8B-B14F-4D97-AF65-F5344CB8AC3E}">
        <p14:creationId xmlns:p14="http://schemas.microsoft.com/office/powerpoint/2010/main" val="34323363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69178" y="44821"/>
            <a:ext cx="8229600" cy="857250"/>
          </a:xfrm>
        </p:spPr>
        <p:txBody>
          <a:bodyPr/>
          <a:lstStyle/>
          <a:p>
            <a:r>
              <a:rPr lang="es-ES" dirty="0" smtClean="0"/>
              <a:t>DEMULTIPLEXORES</a:t>
            </a:r>
            <a:endParaRPr lang="es-ES" dirty="0"/>
          </a:p>
        </p:txBody>
      </p:sp>
      <p:sp>
        <p:nvSpPr>
          <p:cNvPr id="5" name="4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5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3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19572" y="887994"/>
            <a:ext cx="8154652" cy="4132028"/>
          </a:xfrm>
          <a:prstGeom prst="rect">
            <a:avLst/>
          </a:prstGeom>
        </p:spPr>
      </p:pic>
    </p:spTree>
    <p:extLst>
      <p:ext uri="{BB962C8B-B14F-4D97-AF65-F5344CB8AC3E}">
        <p14:creationId xmlns:p14="http://schemas.microsoft.com/office/powerpoint/2010/main" val="3890425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COMPARADORES</a:t>
            </a:r>
            <a:endParaRPr lang="es-ES" dirty="0"/>
          </a:p>
        </p:txBody>
      </p:sp>
      <p:sp>
        <p:nvSpPr>
          <p:cNvPr id="3" name="2 Marcador de contenido"/>
          <p:cNvSpPr>
            <a:spLocks noGrp="1"/>
          </p:cNvSpPr>
          <p:nvPr>
            <p:ph idx="1"/>
          </p:nvPr>
        </p:nvSpPr>
        <p:spPr>
          <a:xfrm>
            <a:off x="457200" y="1200151"/>
            <a:ext cx="8417024" cy="1299591"/>
          </a:xfrm>
        </p:spPr>
        <p:txBody>
          <a:bodyPr>
            <a:noAutofit/>
          </a:bodyPr>
          <a:lstStyle/>
          <a:p>
            <a:pPr marL="0" indent="0" algn="just">
              <a:buNone/>
            </a:pPr>
            <a:r>
              <a:rPr lang="es-MX" sz="1600" dirty="0" smtClean="0"/>
              <a:t>La comparación de dos números es una operación que determina si un número es mayor que, menor que o igual a otro número. Un comparador de magnitudes es un circuito </a:t>
            </a:r>
            <a:r>
              <a:rPr lang="es-MX" sz="1600" dirty="0" err="1" smtClean="0"/>
              <a:t>combinacional</a:t>
            </a:r>
            <a:r>
              <a:rPr lang="es-MX" sz="1600" dirty="0"/>
              <a:t> </a:t>
            </a:r>
            <a:r>
              <a:rPr lang="es-MX" sz="1600" dirty="0" smtClean="0"/>
              <a:t>que compara dos números, A y B, y determina sus magnitudes relativas. El resultado de la comparación se especifica con tres variables binarias que indican si A&gt;B, A=B o A&lt;B.</a:t>
            </a:r>
            <a:endParaRPr lang="es-ES" sz="1600"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7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426899" y="2571750"/>
            <a:ext cx="6178109" cy="1763221"/>
          </a:xfrm>
          <a:prstGeom prst="rect">
            <a:avLst/>
          </a:prstGeom>
        </p:spPr>
      </p:pic>
    </p:spTree>
    <p:extLst>
      <p:ext uri="{BB962C8B-B14F-4D97-AF65-F5344CB8AC3E}">
        <p14:creationId xmlns:p14="http://schemas.microsoft.com/office/powerpoint/2010/main" val="41706033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COMPARADORES</a:t>
            </a:r>
            <a:endParaRPr lang="es-ES" dirty="0"/>
          </a:p>
        </p:txBody>
      </p:sp>
      <p:pic>
        <p:nvPicPr>
          <p:cNvPr id="6" name="5 Marcador de contenido" descr="Recorte de pantalla"/>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44581" y="915566"/>
            <a:ext cx="7427820" cy="3987228"/>
          </a:xfrm>
        </p:spPr>
      </p:pic>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994787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CODIFICADORES</a:t>
            </a:r>
            <a:endParaRPr lang="es-ES" dirty="0"/>
          </a:p>
        </p:txBody>
      </p:sp>
      <p:sp>
        <p:nvSpPr>
          <p:cNvPr id="3" name="2 Marcador de contenido"/>
          <p:cNvSpPr>
            <a:spLocks noGrp="1"/>
          </p:cNvSpPr>
          <p:nvPr>
            <p:ph idx="1"/>
          </p:nvPr>
        </p:nvSpPr>
        <p:spPr/>
        <p:txBody>
          <a:bodyPr>
            <a:normAutofit/>
          </a:bodyPr>
          <a:lstStyle/>
          <a:p>
            <a:pPr marL="0" indent="0" algn="just">
              <a:spcAft>
                <a:spcPts val="600"/>
              </a:spcAft>
              <a:buNone/>
            </a:pPr>
            <a:r>
              <a:rPr lang="es-MX" sz="1600" dirty="0" smtClean="0"/>
              <a:t>Son circuitos </a:t>
            </a:r>
            <a:r>
              <a:rPr lang="es-MX" sz="1600" dirty="0" err="1" smtClean="0"/>
              <a:t>combinacionales</a:t>
            </a:r>
            <a:r>
              <a:rPr lang="es-MX" sz="1600" dirty="0" smtClean="0"/>
              <a:t> de m entradas y n salidas, que al recibir por las entradas una palabra binaria no codificado (ej. código posicional), produce a la salida la palabra equivalente codificada.</a:t>
            </a:r>
          </a:p>
          <a:p>
            <a:pPr marL="0" indent="0" algn="just">
              <a:buNone/>
            </a:pPr>
            <a:r>
              <a:rPr lang="es-MX" sz="1600" dirty="0" smtClean="0"/>
              <a:t>El proceso de diseño consiste básicamente en diseñar un circuito </a:t>
            </a:r>
            <a:r>
              <a:rPr lang="es-MX" sz="1600" dirty="0" err="1" smtClean="0"/>
              <a:t>combinacional</a:t>
            </a:r>
            <a:r>
              <a:rPr lang="es-MX" sz="1600" dirty="0" smtClean="0"/>
              <a:t> que asocie cada palabra de entrada con la correspondiente palabra de salida codificada</a:t>
            </a:r>
            <a:endParaRPr lang="es-ES" sz="1600"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5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39552" y="2787629"/>
            <a:ext cx="2219635" cy="2229161"/>
          </a:xfrm>
          <a:prstGeom prst="rect">
            <a:avLst/>
          </a:prstGeom>
        </p:spPr>
      </p:pic>
      <p:pic>
        <p:nvPicPr>
          <p:cNvPr id="8" name="7 Imagen" descr="Recorte de pantall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3888" y="2571750"/>
            <a:ext cx="4608512" cy="2284892"/>
          </a:xfrm>
          <a:prstGeom prst="rect">
            <a:avLst/>
          </a:prstGeom>
        </p:spPr>
      </p:pic>
    </p:spTree>
    <p:extLst>
      <p:ext uri="{BB962C8B-B14F-4D97-AF65-F5344CB8AC3E}">
        <p14:creationId xmlns:p14="http://schemas.microsoft.com/office/powerpoint/2010/main" val="13484052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9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23528" y="1304951"/>
            <a:ext cx="8646279" cy="3600400"/>
          </a:xfrm>
          <a:prstGeom prst="rect">
            <a:avLst/>
          </a:prstGeom>
        </p:spPr>
      </p:pic>
    </p:spTree>
    <p:extLst>
      <p:ext uri="{BB962C8B-B14F-4D97-AF65-F5344CB8AC3E}">
        <p14:creationId xmlns:p14="http://schemas.microsoft.com/office/powerpoint/2010/main" val="18692843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CuadroTexto"/>
          <p:cNvSpPr txBox="1"/>
          <p:nvPr/>
        </p:nvSpPr>
        <p:spPr>
          <a:xfrm>
            <a:off x="395536" y="1129277"/>
            <a:ext cx="3312368" cy="2031325"/>
          </a:xfrm>
          <a:prstGeom prst="rect">
            <a:avLst/>
          </a:prstGeom>
          <a:noFill/>
        </p:spPr>
        <p:txBody>
          <a:bodyPr wrap="square" rtlCol="0">
            <a:spAutoFit/>
          </a:bodyPr>
          <a:lstStyle/>
          <a:p>
            <a:pPr algn="just"/>
            <a:r>
              <a:rPr lang="es-MX" dirty="0" smtClean="0"/>
              <a:t>Son circuitos </a:t>
            </a:r>
            <a:r>
              <a:rPr lang="es-MX" dirty="0" err="1" smtClean="0"/>
              <a:t>combinacionales</a:t>
            </a:r>
            <a:r>
              <a:rPr lang="es-MX" dirty="0" smtClean="0"/>
              <a:t> de N líneas de entradas y m líneas de salida, que al recibir una secuencia binaria en un código preestablecido, produce a la salida un valor equivalente sin codificar (código posicional).</a:t>
            </a:r>
            <a:endParaRPr lang="es-ES" dirty="0"/>
          </a:p>
        </p:txBody>
      </p:sp>
      <p:pic>
        <p:nvPicPr>
          <p:cNvPr id="6" name="5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899592" y="3363838"/>
            <a:ext cx="1766234" cy="1440160"/>
          </a:xfrm>
          <a:prstGeom prst="rect">
            <a:avLst/>
          </a:prstGeom>
        </p:spPr>
      </p:pic>
      <p:pic>
        <p:nvPicPr>
          <p:cNvPr id="8" name="7 Imagen" descr="Recorte de pantalla"/>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923928" y="1341884"/>
            <a:ext cx="5037734" cy="3134590"/>
          </a:xfrm>
          <a:prstGeom prst="rect">
            <a:avLst/>
          </a:prstGeom>
        </p:spPr>
      </p:pic>
    </p:spTree>
    <p:extLst>
      <p:ext uri="{BB962C8B-B14F-4D97-AF65-F5344CB8AC3E}">
        <p14:creationId xmlns:p14="http://schemas.microsoft.com/office/powerpoint/2010/main" val="33957742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7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21888" y="915566"/>
            <a:ext cx="7882560" cy="4019366"/>
          </a:xfrm>
          <a:prstGeom prst="rect">
            <a:avLst/>
          </a:prstGeom>
        </p:spPr>
      </p:pic>
    </p:spTree>
    <p:extLst>
      <p:ext uri="{BB962C8B-B14F-4D97-AF65-F5344CB8AC3E}">
        <p14:creationId xmlns:p14="http://schemas.microsoft.com/office/powerpoint/2010/main" val="34394773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Rectángulo"/>
          <p:cNvSpPr/>
          <p:nvPr/>
        </p:nvSpPr>
        <p:spPr>
          <a:xfrm>
            <a:off x="467544" y="1140589"/>
            <a:ext cx="8136904" cy="1477328"/>
          </a:xfrm>
          <a:prstGeom prst="rect">
            <a:avLst/>
          </a:prstGeom>
        </p:spPr>
        <p:txBody>
          <a:bodyPr wrap="square">
            <a:spAutoFit/>
          </a:bodyPr>
          <a:lstStyle/>
          <a:p>
            <a:r>
              <a:rPr lang="es-MX" b="1" dirty="0" smtClean="0"/>
              <a:t>Decodificadores (DCDX) excitadores</a:t>
            </a:r>
          </a:p>
          <a:p>
            <a:pPr algn="just"/>
            <a:r>
              <a:rPr lang="es-MX" dirty="0" smtClean="0"/>
              <a:t>Los decodificadores identificados como excitadores, en vez de dar salida en un código posicional, se diseñan para generar un código especial que sea capaz de activar algún dispositivo visualizador, interpretable por un usuario. Los dispositivos visualizadores (</a:t>
            </a:r>
            <a:r>
              <a:rPr lang="es-MX" dirty="0" err="1" smtClean="0"/>
              <a:t>displays</a:t>
            </a:r>
            <a:r>
              <a:rPr lang="es-MX" dirty="0" smtClean="0"/>
              <a:t>) más comunes se muestran abajo, siendo el de 7 segmentos el más usual.</a:t>
            </a:r>
            <a:endParaRPr lang="es-ES" dirty="0"/>
          </a:p>
        </p:txBody>
      </p:sp>
      <p:pic>
        <p:nvPicPr>
          <p:cNvPr id="6" name="5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08174" y="2715766"/>
            <a:ext cx="7689156" cy="1440688"/>
          </a:xfrm>
          <a:prstGeom prst="rect">
            <a:avLst/>
          </a:prstGeom>
        </p:spPr>
      </p:pic>
    </p:spTree>
    <p:extLst>
      <p:ext uri="{BB962C8B-B14F-4D97-AF65-F5344CB8AC3E}">
        <p14:creationId xmlns:p14="http://schemas.microsoft.com/office/powerpoint/2010/main" val="38070156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Rectángulo"/>
          <p:cNvSpPr/>
          <p:nvPr/>
        </p:nvSpPr>
        <p:spPr>
          <a:xfrm>
            <a:off x="467544" y="1203598"/>
            <a:ext cx="7992888" cy="1477328"/>
          </a:xfrm>
          <a:prstGeom prst="rect">
            <a:avLst/>
          </a:prstGeom>
        </p:spPr>
        <p:txBody>
          <a:bodyPr wrap="square">
            <a:spAutoFit/>
          </a:bodyPr>
          <a:lstStyle/>
          <a:p>
            <a:pPr algn="just"/>
            <a:r>
              <a:rPr lang="es-MX" dirty="0" smtClean="0"/>
              <a:t>Ejemplo: Decodificadores BCD a 7 segmentos Es un circuito </a:t>
            </a:r>
            <a:r>
              <a:rPr lang="es-MX" dirty="0" err="1" smtClean="0"/>
              <a:t>combinacional</a:t>
            </a:r>
            <a:r>
              <a:rPr lang="es-MX" dirty="0" smtClean="0"/>
              <a:t> que permite un código BCD en sus entradas y en sus salidas activa un </a:t>
            </a:r>
            <a:r>
              <a:rPr lang="es-MX" dirty="0" err="1" smtClean="0"/>
              <a:t>display</a:t>
            </a:r>
            <a:r>
              <a:rPr lang="es-MX" dirty="0" smtClean="0"/>
              <a:t> de 7 segmentos para indicar un dígito decimal. El </a:t>
            </a:r>
            <a:r>
              <a:rPr lang="es-MX" dirty="0" err="1" smtClean="0"/>
              <a:t>display</a:t>
            </a:r>
            <a:r>
              <a:rPr lang="es-MX" dirty="0" smtClean="0"/>
              <a:t> está formado por un conjunto de 7 </a:t>
            </a:r>
            <a:r>
              <a:rPr lang="es-MX" dirty="0" err="1" smtClean="0"/>
              <a:t>leds</a:t>
            </a:r>
            <a:r>
              <a:rPr lang="es-MX" dirty="0" smtClean="0"/>
              <a:t> conectados en un punto común en su salida, bien en ánodo </a:t>
            </a:r>
            <a:r>
              <a:rPr lang="es-MX" dirty="0" err="1" smtClean="0"/>
              <a:t>comun</a:t>
            </a:r>
            <a:r>
              <a:rPr lang="es-MX" dirty="0" smtClean="0"/>
              <a:t> ó ánodo común.</a:t>
            </a:r>
            <a:endParaRPr lang="es-ES" dirty="0"/>
          </a:p>
        </p:txBody>
      </p:sp>
      <p:pic>
        <p:nvPicPr>
          <p:cNvPr id="6" name="5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2574271" y="2680926"/>
            <a:ext cx="3779434" cy="1786497"/>
          </a:xfrm>
          <a:prstGeom prst="rect">
            <a:avLst/>
          </a:prstGeom>
        </p:spPr>
      </p:pic>
    </p:spTree>
    <p:extLst>
      <p:ext uri="{BB962C8B-B14F-4D97-AF65-F5344CB8AC3E}">
        <p14:creationId xmlns:p14="http://schemas.microsoft.com/office/powerpoint/2010/main" val="14773077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7 Imagen" descr="Recorte de pantalla"/>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428134" y="987574"/>
            <a:ext cx="8640088" cy="3816424"/>
          </a:xfrm>
          <a:prstGeom prst="rect">
            <a:avLst/>
          </a:prstGeom>
        </p:spPr>
      </p:pic>
    </p:spTree>
    <p:extLst>
      <p:ext uri="{BB962C8B-B14F-4D97-AF65-F5344CB8AC3E}">
        <p14:creationId xmlns:p14="http://schemas.microsoft.com/office/powerpoint/2010/main" val="5347126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DECODIFICADORES</a:t>
            </a:r>
            <a:endParaRPr lang="es-ES" dirty="0"/>
          </a:p>
        </p:txBody>
      </p:sp>
      <p:sp>
        <p:nvSpPr>
          <p:cNvPr id="4" name="3 Franja diagonal"/>
          <p:cNvSpPr/>
          <p:nvPr/>
        </p:nvSpPr>
        <p:spPr>
          <a:xfrm>
            <a:off x="0" y="0"/>
            <a:ext cx="1475656" cy="1347614"/>
          </a:xfrm>
          <a:prstGeom prst="diagStripe">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 name="4 Triángulo isósceles"/>
          <p:cNvSpPr/>
          <p:nvPr/>
        </p:nvSpPr>
        <p:spPr>
          <a:xfrm rot="16200000">
            <a:off x="8537321" y="67127"/>
            <a:ext cx="673807" cy="539553"/>
          </a:xfrm>
          <a:prstGeom prst="triangle">
            <a:avLst/>
          </a:prstGeom>
          <a:solidFill>
            <a:srgbClr val="006600"/>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0" y="5020022"/>
            <a:ext cx="9144000" cy="123478"/>
          </a:xfrm>
          <a:prstGeom prst="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 Rectángulo"/>
          <p:cNvSpPr/>
          <p:nvPr/>
        </p:nvSpPr>
        <p:spPr>
          <a:xfrm>
            <a:off x="755576" y="1203598"/>
            <a:ext cx="7848872" cy="1754326"/>
          </a:xfrm>
          <a:prstGeom prst="rect">
            <a:avLst/>
          </a:prstGeom>
        </p:spPr>
        <p:txBody>
          <a:bodyPr wrap="square">
            <a:spAutoFit/>
          </a:bodyPr>
          <a:lstStyle/>
          <a:p>
            <a:pPr algn="just"/>
            <a:r>
              <a:rPr lang="es-MX" dirty="0" smtClean="0"/>
              <a:t>Los decodificadores se emplean fundamentalmente para seleccionar los diferentes puertos de E/S ( entrada/salida) y así la computadora pueda comunicarse con los diferentes dispositivos externos ( periféricos). Estos decodificadores son conocidos como decodificador de direcciones de puertos.</a:t>
            </a:r>
          </a:p>
          <a:p>
            <a:pPr algn="just"/>
            <a:endParaRPr lang="es-MX" dirty="0" smtClean="0"/>
          </a:p>
          <a:p>
            <a:pPr algn="just"/>
            <a:r>
              <a:rPr lang="es-MX" dirty="0" smtClean="0"/>
              <a:t>Direccionar una localidad de memoria, conversión de datos binarios,…</a:t>
            </a:r>
            <a:endParaRPr lang="es-ES" dirty="0"/>
          </a:p>
        </p:txBody>
      </p:sp>
    </p:spTree>
    <p:extLst>
      <p:ext uri="{BB962C8B-B14F-4D97-AF65-F5344CB8AC3E}">
        <p14:creationId xmlns:p14="http://schemas.microsoft.com/office/powerpoint/2010/main" val="384483370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563</TotalTime>
  <Words>1459</Words>
  <Application>Microsoft Office PowerPoint</Application>
  <PresentationFormat>Presentación en pantalla (16:9)</PresentationFormat>
  <Paragraphs>201</Paragraphs>
  <Slides>32</Slides>
  <Notes>1</Notes>
  <HiddenSlides>0</HiddenSlides>
  <MMClips>0</MMClips>
  <ScaleCrop>false</ScaleCrop>
  <HeadingPairs>
    <vt:vector size="4" baseType="variant">
      <vt:variant>
        <vt:lpstr>Tema</vt:lpstr>
      </vt:variant>
      <vt:variant>
        <vt:i4>1</vt:i4>
      </vt:variant>
      <vt:variant>
        <vt:lpstr>Títulos de diapositiva</vt:lpstr>
      </vt:variant>
      <vt:variant>
        <vt:i4>32</vt:i4>
      </vt:variant>
    </vt:vector>
  </HeadingPairs>
  <TitlesOfParts>
    <vt:vector size="33" baseType="lpstr">
      <vt:lpstr>Tema de Office</vt:lpstr>
      <vt:lpstr>Circuitos Combinacionales</vt:lpstr>
      <vt:lpstr>Circuitos lógicos</vt:lpstr>
      <vt:lpstr>Circuitos Combinacionales</vt:lpstr>
      <vt:lpstr>Circuitos Combinacionales</vt:lpstr>
      <vt:lpstr>Circuitos Combinacionales aritméticos, SUMA</vt:lpstr>
      <vt:lpstr>SUMADOR</vt:lpstr>
      <vt:lpstr>SUMADORES: Semisumador</vt:lpstr>
      <vt:lpstr>SUMADORES: Sumador Completo</vt:lpstr>
      <vt:lpstr>SUMADORES: Sumador Completo</vt:lpstr>
      <vt:lpstr>SUMADORES: Sumador Completo</vt:lpstr>
      <vt:lpstr>SUMADORES: Sumador Binario</vt:lpstr>
      <vt:lpstr>SUMADORES: Sumador Binario</vt:lpstr>
      <vt:lpstr>MULTIPLICADOR BINARIO</vt:lpstr>
      <vt:lpstr>MULTIPLEXOR</vt:lpstr>
      <vt:lpstr>MULTIPLEXOR</vt:lpstr>
      <vt:lpstr>MULTIPLEXOR</vt:lpstr>
      <vt:lpstr>MULTIPLEXOR</vt:lpstr>
      <vt:lpstr>MULTIPLEXOR</vt:lpstr>
      <vt:lpstr>MULTIPLEXOR</vt:lpstr>
      <vt:lpstr>MULTIPLEXOR</vt:lpstr>
      <vt:lpstr>DEMULTIPLEXORES</vt:lpstr>
      <vt:lpstr>DEMULTIPLEXORES</vt:lpstr>
      <vt:lpstr>COMPARADORES</vt:lpstr>
      <vt:lpstr>COMPARADORES</vt:lpstr>
      <vt:lpstr>CODIFICADORES</vt:lpstr>
      <vt:lpstr>CODIFICADORES</vt:lpstr>
      <vt:lpstr>DECODIFICADORES</vt:lpstr>
      <vt:lpstr>DECODIFICADORES</vt:lpstr>
      <vt:lpstr>DECODIFICADORES</vt:lpstr>
      <vt:lpstr>DECODIFICADORES</vt:lpstr>
      <vt:lpstr>DECODIFICADORES</vt:lpstr>
      <vt:lpstr>DECODIFICADORES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Circuitos Combinacionales</dc:title>
  <dc:creator>Gladys Moran</dc:creator>
  <cp:lastModifiedBy>Gladys Moran</cp:lastModifiedBy>
  <cp:revision>32</cp:revision>
  <dcterms:created xsi:type="dcterms:W3CDTF">2025-06-09T01:01:24Z</dcterms:created>
  <dcterms:modified xsi:type="dcterms:W3CDTF">2025-06-09T21:03:10Z</dcterms:modified>
</cp:coreProperties>
</file>